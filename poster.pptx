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trictFirstAndLastChars="0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30275213" cy="42803763"/>
  <p:notesSz cx="9928225" cy="6797675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4446" b="1" kern="1200">
        <a:solidFill>
          <a:srgbClr val="003399"/>
        </a:solidFill>
        <a:latin typeface="Arial" charset="0"/>
        <a:ea typeface="+mn-ea"/>
        <a:cs typeface="Arial" charset="0"/>
      </a:defRPr>
    </a:lvl1pPr>
    <a:lvl2pPr marL="441884" algn="r" rtl="1" fontAlgn="base">
      <a:spcBef>
        <a:spcPct val="0"/>
      </a:spcBef>
      <a:spcAft>
        <a:spcPct val="0"/>
      </a:spcAft>
      <a:defRPr sz="4446" b="1" kern="1200">
        <a:solidFill>
          <a:srgbClr val="003399"/>
        </a:solidFill>
        <a:latin typeface="Arial" charset="0"/>
        <a:ea typeface="+mn-ea"/>
        <a:cs typeface="Arial" charset="0"/>
      </a:defRPr>
    </a:lvl2pPr>
    <a:lvl3pPr marL="883768" algn="r" rtl="1" fontAlgn="base">
      <a:spcBef>
        <a:spcPct val="0"/>
      </a:spcBef>
      <a:spcAft>
        <a:spcPct val="0"/>
      </a:spcAft>
      <a:defRPr sz="4446" b="1" kern="1200">
        <a:solidFill>
          <a:srgbClr val="003399"/>
        </a:solidFill>
        <a:latin typeface="Arial" charset="0"/>
        <a:ea typeface="+mn-ea"/>
        <a:cs typeface="Arial" charset="0"/>
      </a:defRPr>
    </a:lvl3pPr>
    <a:lvl4pPr marL="1325651" algn="r" rtl="1" fontAlgn="base">
      <a:spcBef>
        <a:spcPct val="0"/>
      </a:spcBef>
      <a:spcAft>
        <a:spcPct val="0"/>
      </a:spcAft>
      <a:defRPr sz="4446" b="1" kern="1200">
        <a:solidFill>
          <a:srgbClr val="003399"/>
        </a:solidFill>
        <a:latin typeface="Arial" charset="0"/>
        <a:ea typeface="+mn-ea"/>
        <a:cs typeface="Arial" charset="0"/>
      </a:defRPr>
    </a:lvl4pPr>
    <a:lvl5pPr marL="1767535" algn="r" rtl="1" fontAlgn="base">
      <a:spcBef>
        <a:spcPct val="0"/>
      </a:spcBef>
      <a:spcAft>
        <a:spcPct val="0"/>
      </a:spcAft>
      <a:defRPr sz="4446" b="1" kern="1200">
        <a:solidFill>
          <a:srgbClr val="003399"/>
        </a:solidFill>
        <a:latin typeface="Arial" charset="0"/>
        <a:ea typeface="+mn-ea"/>
        <a:cs typeface="Arial" charset="0"/>
      </a:defRPr>
    </a:lvl5pPr>
    <a:lvl6pPr marL="2209419" algn="r" defTabSz="883768" rtl="1" eaLnBrk="1" latinLnBrk="0" hangingPunct="1">
      <a:defRPr sz="4446" b="1" kern="1200">
        <a:solidFill>
          <a:srgbClr val="003399"/>
        </a:solidFill>
        <a:latin typeface="Arial" charset="0"/>
        <a:ea typeface="+mn-ea"/>
        <a:cs typeface="Arial" charset="0"/>
      </a:defRPr>
    </a:lvl6pPr>
    <a:lvl7pPr marL="2651303" algn="r" defTabSz="883768" rtl="1" eaLnBrk="1" latinLnBrk="0" hangingPunct="1">
      <a:defRPr sz="4446" b="1" kern="1200">
        <a:solidFill>
          <a:srgbClr val="003399"/>
        </a:solidFill>
        <a:latin typeface="Arial" charset="0"/>
        <a:ea typeface="+mn-ea"/>
        <a:cs typeface="Arial" charset="0"/>
      </a:defRPr>
    </a:lvl7pPr>
    <a:lvl8pPr marL="3093187" algn="r" defTabSz="883768" rtl="1" eaLnBrk="1" latinLnBrk="0" hangingPunct="1">
      <a:defRPr sz="4446" b="1" kern="1200">
        <a:solidFill>
          <a:srgbClr val="003399"/>
        </a:solidFill>
        <a:latin typeface="Arial" charset="0"/>
        <a:ea typeface="+mn-ea"/>
        <a:cs typeface="Arial" charset="0"/>
      </a:defRPr>
    </a:lvl8pPr>
    <a:lvl9pPr marL="3535070" algn="r" defTabSz="883768" rtl="1" eaLnBrk="1" latinLnBrk="0" hangingPunct="1">
      <a:defRPr sz="4446" b="1" kern="1200">
        <a:solidFill>
          <a:srgbClr val="003399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3482" userDrawn="1">
          <p15:clr>
            <a:srgbClr val="A4A3A4"/>
          </p15:clr>
        </p15:guide>
        <p15:guide id="2" pos="953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1F42"/>
    <a:srgbClr val="124872"/>
    <a:srgbClr val="CC00FF"/>
    <a:srgbClr val="800080"/>
    <a:srgbClr val="CC00CC"/>
    <a:srgbClr val="6600CC"/>
    <a:srgbClr val="9900CC"/>
    <a:srgbClr val="629BBB"/>
    <a:srgbClr val="9AC1D6"/>
    <a:srgbClr val="9AD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6308" autoAdjust="0"/>
    <p:restoredTop sz="95481" autoAdjust="0"/>
  </p:normalViewPr>
  <p:slideViewPr>
    <p:cSldViewPr>
      <p:cViewPr>
        <p:scale>
          <a:sx n="33" d="100"/>
          <a:sy n="33" d="100"/>
        </p:scale>
        <p:origin x="970" y="-1498"/>
      </p:cViewPr>
      <p:guideLst>
        <p:guide orient="horz" pos="13482"/>
        <p:guide pos="95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1838" cy="339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8840" tIns="49418" rIns="98840" bIns="49418" numCol="1" anchor="t" anchorCtr="0" compatLnSpc="1">
            <a:prstTxWarp prst="textNoShape">
              <a:avLst/>
            </a:prstTxWarp>
          </a:bodyPr>
          <a:lstStyle>
            <a:lvl1pPr algn="l" defTabSz="988838" rtl="0" eaLnBrk="0" hangingPunct="0">
              <a:defRPr sz="15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3069" y="0"/>
            <a:ext cx="4303681" cy="339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8840" tIns="49418" rIns="98840" bIns="49418" numCol="1" anchor="t" anchorCtr="0" compatLnSpc="1">
            <a:prstTxWarp prst="textNoShape">
              <a:avLst/>
            </a:prstTxWarp>
          </a:bodyPr>
          <a:lstStyle>
            <a:lvl1pPr defTabSz="988838" rtl="0" eaLnBrk="0" hangingPunct="0">
              <a:defRPr sz="15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56474"/>
            <a:ext cx="4301838" cy="339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8840" tIns="49418" rIns="98840" bIns="49418" numCol="1" anchor="b" anchorCtr="0" compatLnSpc="1">
            <a:prstTxWarp prst="textNoShape">
              <a:avLst/>
            </a:prstTxWarp>
          </a:bodyPr>
          <a:lstStyle>
            <a:lvl1pPr algn="l" defTabSz="988838" rtl="0" eaLnBrk="0" hangingPunct="0">
              <a:defRPr sz="15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3069" y="6456474"/>
            <a:ext cx="4303681" cy="339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8840" tIns="49418" rIns="98840" bIns="49418" numCol="1" anchor="b" anchorCtr="0" compatLnSpc="1">
            <a:prstTxWarp prst="textNoShape">
              <a:avLst/>
            </a:prstTxWarp>
          </a:bodyPr>
          <a:lstStyle>
            <a:lvl1pPr defTabSz="988838" rtl="0" eaLnBrk="0" hangingPunct="0">
              <a:defRPr sz="1500" b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140164EA-C4F4-4051-8E57-4895D8A88AA1}" type="slidenum">
              <a:rPr lang="he-IL"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51332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1838" cy="339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8840" tIns="49418" rIns="98840" bIns="49418" numCol="1" anchor="t" anchorCtr="0" compatLnSpc="1">
            <a:prstTxWarp prst="textNoShape">
              <a:avLst/>
            </a:prstTxWarp>
          </a:bodyPr>
          <a:lstStyle>
            <a:lvl1pPr algn="l" defTabSz="988838" rtl="0" eaLnBrk="0" hangingPunct="0">
              <a:defRPr sz="1500" b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3069" y="0"/>
            <a:ext cx="4303681" cy="339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8840" tIns="49418" rIns="98840" bIns="49418" numCol="1" anchor="t" anchorCtr="0" compatLnSpc="1">
            <a:prstTxWarp prst="textNoShape">
              <a:avLst/>
            </a:prstTxWarp>
          </a:bodyPr>
          <a:lstStyle>
            <a:lvl1pPr defTabSz="988838" rtl="0" eaLnBrk="0" hangingPunct="0">
              <a:defRPr sz="1500" b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62413" y="511175"/>
            <a:ext cx="1801812" cy="25479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675" y="3229926"/>
            <a:ext cx="7944719" cy="30572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8840" tIns="49418" rIns="98840" bIns="494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6474"/>
            <a:ext cx="4301838" cy="339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8840" tIns="49418" rIns="98840" bIns="49418" numCol="1" anchor="b" anchorCtr="0" compatLnSpc="1">
            <a:prstTxWarp prst="textNoShape">
              <a:avLst/>
            </a:prstTxWarp>
          </a:bodyPr>
          <a:lstStyle>
            <a:lvl1pPr algn="l" defTabSz="988838" rtl="0" eaLnBrk="0" hangingPunct="0">
              <a:defRPr sz="1500" b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3069" y="6456474"/>
            <a:ext cx="4303681" cy="339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8840" tIns="49418" rIns="98840" bIns="49418" numCol="1" anchor="b" anchorCtr="0" compatLnSpc="1">
            <a:prstTxWarp prst="textNoShape">
              <a:avLst/>
            </a:prstTxWarp>
          </a:bodyPr>
          <a:lstStyle>
            <a:lvl1pPr defTabSz="988838" rtl="0" eaLnBrk="0" hangingPunct="0">
              <a:defRPr sz="15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2CC74214-9B06-4678-84F1-C99924AD2E34}" type="slidenum">
              <a:rPr lang="he-IL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4110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16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41884" algn="l" rtl="0" eaLnBrk="0" fontAlgn="base" hangingPunct="0">
      <a:spcBef>
        <a:spcPct val="30000"/>
      </a:spcBef>
      <a:spcAft>
        <a:spcPct val="0"/>
      </a:spcAft>
      <a:defRPr sz="116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883768" algn="l" rtl="0" eaLnBrk="0" fontAlgn="base" hangingPunct="0">
      <a:spcBef>
        <a:spcPct val="30000"/>
      </a:spcBef>
      <a:spcAft>
        <a:spcPct val="0"/>
      </a:spcAft>
      <a:defRPr sz="116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25651" algn="l" rtl="0" eaLnBrk="0" fontAlgn="base" hangingPunct="0">
      <a:spcBef>
        <a:spcPct val="30000"/>
      </a:spcBef>
      <a:spcAft>
        <a:spcPct val="0"/>
      </a:spcAft>
      <a:defRPr sz="116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767535" algn="l" rtl="0" eaLnBrk="0" fontAlgn="base" hangingPunct="0">
      <a:spcBef>
        <a:spcPct val="30000"/>
      </a:spcBef>
      <a:spcAft>
        <a:spcPct val="0"/>
      </a:spcAft>
      <a:defRPr sz="116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09419" algn="l" defTabSz="883768" rtl="0" eaLnBrk="1" latinLnBrk="0" hangingPunct="1">
      <a:defRPr sz="1160" kern="1200">
        <a:solidFill>
          <a:schemeClr val="tx1"/>
        </a:solidFill>
        <a:latin typeface="+mn-lt"/>
        <a:ea typeface="+mn-ea"/>
        <a:cs typeface="+mn-cs"/>
      </a:defRPr>
    </a:lvl6pPr>
    <a:lvl7pPr marL="2651303" algn="l" defTabSz="883768" rtl="0" eaLnBrk="1" latinLnBrk="0" hangingPunct="1">
      <a:defRPr sz="1160" kern="1200">
        <a:solidFill>
          <a:schemeClr val="tx1"/>
        </a:solidFill>
        <a:latin typeface="+mn-lt"/>
        <a:ea typeface="+mn-ea"/>
        <a:cs typeface="+mn-cs"/>
      </a:defRPr>
    </a:lvl7pPr>
    <a:lvl8pPr marL="3093187" algn="l" defTabSz="883768" rtl="0" eaLnBrk="1" latinLnBrk="0" hangingPunct="1">
      <a:defRPr sz="1160" kern="1200">
        <a:solidFill>
          <a:schemeClr val="tx1"/>
        </a:solidFill>
        <a:latin typeface="+mn-lt"/>
        <a:ea typeface="+mn-ea"/>
        <a:cs typeface="+mn-cs"/>
      </a:defRPr>
    </a:lvl8pPr>
    <a:lvl9pPr marL="3535070" algn="l" defTabSz="883768" rtl="0" eaLnBrk="1" latinLnBrk="0" hangingPunct="1">
      <a:defRPr sz="116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790" y="13297540"/>
            <a:ext cx="25733634" cy="917380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41579" y="24254836"/>
            <a:ext cx="21192056" cy="10939998"/>
          </a:xfrm>
        </p:spPr>
        <p:txBody>
          <a:bodyPr/>
          <a:lstStyle>
            <a:lvl1pPr marL="0" indent="0" algn="ctr">
              <a:buNone/>
              <a:defRPr/>
            </a:lvl1pPr>
            <a:lvl2pPr marL="427162" indent="0" algn="ctr">
              <a:buNone/>
              <a:defRPr/>
            </a:lvl2pPr>
            <a:lvl3pPr marL="854324" indent="0" algn="ctr">
              <a:buNone/>
              <a:defRPr/>
            </a:lvl3pPr>
            <a:lvl4pPr marL="1281486" indent="0" algn="ctr">
              <a:buNone/>
              <a:defRPr/>
            </a:lvl4pPr>
            <a:lvl5pPr marL="1708648" indent="0" algn="ctr">
              <a:buNone/>
              <a:defRPr/>
            </a:lvl5pPr>
            <a:lvl6pPr marL="2135810" indent="0" algn="ctr">
              <a:buNone/>
              <a:defRPr/>
            </a:lvl6pPr>
            <a:lvl7pPr marL="2562972" indent="0" algn="ctr">
              <a:buNone/>
              <a:defRPr/>
            </a:lvl7pPr>
            <a:lvl8pPr marL="2990134" indent="0" algn="ctr">
              <a:buNone/>
              <a:defRPr/>
            </a:lvl8pPr>
            <a:lvl9pPr marL="3417296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005F5D-DDFF-4009-A8D0-0BE3804E9EA6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0E82F4-15B9-4FA3-9360-93462D0EA91C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0930" y="27505697"/>
            <a:ext cx="25735118" cy="8500673"/>
          </a:xfrm>
        </p:spPr>
        <p:txBody>
          <a:bodyPr anchor="t"/>
          <a:lstStyle>
            <a:lvl1pPr algn="l">
              <a:defRPr sz="373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90930" y="18141587"/>
            <a:ext cx="25735118" cy="9364110"/>
          </a:xfrm>
        </p:spPr>
        <p:txBody>
          <a:bodyPr anchor="b"/>
          <a:lstStyle>
            <a:lvl1pPr marL="0" indent="0">
              <a:buNone/>
              <a:defRPr sz="1869"/>
            </a:lvl1pPr>
            <a:lvl2pPr marL="427162" indent="0">
              <a:buNone/>
              <a:defRPr sz="1682"/>
            </a:lvl2pPr>
            <a:lvl3pPr marL="854324" indent="0">
              <a:buNone/>
              <a:defRPr sz="1495"/>
            </a:lvl3pPr>
            <a:lvl4pPr marL="1281486" indent="0">
              <a:buNone/>
              <a:defRPr sz="1308"/>
            </a:lvl4pPr>
            <a:lvl5pPr marL="1708648" indent="0">
              <a:buNone/>
              <a:defRPr sz="1308"/>
            </a:lvl5pPr>
            <a:lvl6pPr marL="2135810" indent="0">
              <a:buNone/>
              <a:defRPr sz="1308"/>
            </a:lvl6pPr>
            <a:lvl7pPr marL="2562972" indent="0">
              <a:buNone/>
              <a:defRPr sz="1308"/>
            </a:lvl7pPr>
            <a:lvl8pPr marL="2990134" indent="0">
              <a:buNone/>
              <a:defRPr sz="1308"/>
            </a:lvl8pPr>
            <a:lvl9pPr marL="3417296" indent="0">
              <a:buNone/>
              <a:defRPr sz="13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BC75BD-C16A-4118-B9B8-FCBE38EC3242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76723" y="12336593"/>
            <a:ext cx="12789690" cy="25711196"/>
          </a:xfrm>
        </p:spPr>
        <p:txBody>
          <a:bodyPr/>
          <a:lstStyle>
            <a:lvl1pPr>
              <a:defRPr sz="2616"/>
            </a:lvl1pPr>
            <a:lvl2pPr>
              <a:defRPr sz="2242"/>
            </a:lvl2pPr>
            <a:lvl3pPr>
              <a:defRPr sz="1869"/>
            </a:lvl3pPr>
            <a:lvl4pPr>
              <a:defRPr sz="1682"/>
            </a:lvl4pPr>
            <a:lvl5pPr>
              <a:defRPr sz="1682"/>
            </a:lvl5pPr>
            <a:lvl6pPr>
              <a:defRPr sz="1682"/>
            </a:lvl6pPr>
            <a:lvl7pPr>
              <a:defRPr sz="1682"/>
            </a:lvl7pPr>
            <a:lvl8pPr>
              <a:defRPr sz="1682"/>
            </a:lvl8pPr>
            <a:lvl9pPr>
              <a:defRPr sz="168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08800" y="12336593"/>
            <a:ext cx="12791174" cy="25711196"/>
          </a:xfrm>
        </p:spPr>
        <p:txBody>
          <a:bodyPr/>
          <a:lstStyle>
            <a:lvl1pPr>
              <a:defRPr sz="2616"/>
            </a:lvl1pPr>
            <a:lvl2pPr>
              <a:defRPr sz="2242"/>
            </a:lvl2pPr>
            <a:lvl3pPr>
              <a:defRPr sz="1869"/>
            </a:lvl3pPr>
            <a:lvl4pPr>
              <a:defRPr sz="1682"/>
            </a:lvl4pPr>
            <a:lvl5pPr>
              <a:defRPr sz="1682"/>
            </a:lvl5pPr>
            <a:lvl6pPr>
              <a:defRPr sz="1682"/>
            </a:lvl6pPr>
            <a:lvl7pPr>
              <a:defRPr sz="1682"/>
            </a:lvl7pPr>
            <a:lvl8pPr>
              <a:defRPr sz="1682"/>
            </a:lvl8pPr>
            <a:lvl9pPr>
              <a:defRPr sz="168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99B68F-326E-4B46-9F1D-A4FF9EF7DFB1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4355" y="1714289"/>
            <a:ext cx="27246505" cy="713396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4355" y="9581149"/>
            <a:ext cx="13375557" cy="3993194"/>
          </a:xfrm>
        </p:spPr>
        <p:txBody>
          <a:bodyPr anchor="b"/>
          <a:lstStyle>
            <a:lvl1pPr marL="0" indent="0">
              <a:buNone/>
              <a:defRPr sz="2242" b="1"/>
            </a:lvl1pPr>
            <a:lvl2pPr marL="427162" indent="0">
              <a:buNone/>
              <a:defRPr sz="1869" b="1"/>
            </a:lvl2pPr>
            <a:lvl3pPr marL="854324" indent="0">
              <a:buNone/>
              <a:defRPr sz="1682" b="1"/>
            </a:lvl3pPr>
            <a:lvl4pPr marL="1281486" indent="0">
              <a:buNone/>
              <a:defRPr sz="1495" b="1"/>
            </a:lvl4pPr>
            <a:lvl5pPr marL="1708648" indent="0">
              <a:buNone/>
              <a:defRPr sz="1495" b="1"/>
            </a:lvl5pPr>
            <a:lvl6pPr marL="2135810" indent="0">
              <a:buNone/>
              <a:defRPr sz="1495" b="1"/>
            </a:lvl6pPr>
            <a:lvl7pPr marL="2562972" indent="0">
              <a:buNone/>
              <a:defRPr sz="1495" b="1"/>
            </a:lvl7pPr>
            <a:lvl8pPr marL="2990134" indent="0">
              <a:buNone/>
              <a:defRPr sz="1495" b="1"/>
            </a:lvl8pPr>
            <a:lvl9pPr marL="3417296" indent="0">
              <a:buNone/>
              <a:defRPr sz="14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4355" y="13574343"/>
            <a:ext cx="13375557" cy="24662176"/>
          </a:xfrm>
        </p:spPr>
        <p:txBody>
          <a:bodyPr/>
          <a:lstStyle>
            <a:lvl1pPr>
              <a:defRPr sz="2242"/>
            </a:lvl1pPr>
            <a:lvl2pPr>
              <a:defRPr sz="1869"/>
            </a:lvl2pPr>
            <a:lvl3pPr>
              <a:defRPr sz="1682"/>
            </a:lvl3pPr>
            <a:lvl4pPr>
              <a:defRPr sz="1495"/>
            </a:lvl4pPr>
            <a:lvl5pPr>
              <a:defRPr sz="1495"/>
            </a:lvl5pPr>
            <a:lvl6pPr>
              <a:defRPr sz="1495"/>
            </a:lvl6pPr>
            <a:lvl7pPr>
              <a:defRPr sz="1495"/>
            </a:lvl7pPr>
            <a:lvl8pPr>
              <a:defRPr sz="1495"/>
            </a:lvl8pPr>
            <a:lvl9pPr>
              <a:defRPr sz="149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79370" y="9581149"/>
            <a:ext cx="13381490" cy="3993194"/>
          </a:xfrm>
        </p:spPr>
        <p:txBody>
          <a:bodyPr anchor="b"/>
          <a:lstStyle>
            <a:lvl1pPr marL="0" indent="0">
              <a:buNone/>
              <a:defRPr sz="2242" b="1"/>
            </a:lvl1pPr>
            <a:lvl2pPr marL="427162" indent="0">
              <a:buNone/>
              <a:defRPr sz="1869" b="1"/>
            </a:lvl2pPr>
            <a:lvl3pPr marL="854324" indent="0">
              <a:buNone/>
              <a:defRPr sz="1682" b="1"/>
            </a:lvl3pPr>
            <a:lvl4pPr marL="1281486" indent="0">
              <a:buNone/>
              <a:defRPr sz="1495" b="1"/>
            </a:lvl4pPr>
            <a:lvl5pPr marL="1708648" indent="0">
              <a:buNone/>
              <a:defRPr sz="1495" b="1"/>
            </a:lvl5pPr>
            <a:lvl6pPr marL="2135810" indent="0">
              <a:buNone/>
              <a:defRPr sz="1495" b="1"/>
            </a:lvl6pPr>
            <a:lvl7pPr marL="2562972" indent="0">
              <a:buNone/>
              <a:defRPr sz="1495" b="1"/>
            </a:lvl7pPr>
            <a:lvl8pPr marL="2990134" indent="0">
              <a:buNone/>
              <a:defRPr sz="1495" b="1"/>
            </a:lvl8pPr>
            <a:lvl9pPr marL="3417296" indent="0">
              <a:buNone/>
              <a:defRPr sz="14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79370" y="13574343"/>
            <a:ext cx="13381490" cy="24662176"/>
          </a:xfrm>
        </p:spPr>
        <p:txBody>
          <a:bodyPr/>
          <a:lstStyle>
            <a:lvl1pPr>
              <a:defRPr sz="2242"/>
            </a:lvl1pPr>
            <a:lvl2pPr>
              <a:defRPr sz="1869"/>
            </a:lvl2pPr>
            <a:lvl3pPr>
              <a:defRPr sz="1682"/>
            </a:lvl3pPr>
            <a:lvl4pPr>
              <a:defRPr sz="1495"/>
            </a:lvl4pPr>
            <a:lvl5pPr>
              <a:defRPr sz="1495"/>
            </a:lvl5pPr>
            <a:lvl6pPr>
              <a:defRPr sz="1495"/>
            </a:lvl6pPr>
            <a:lvl7pPr>
              <a:defRPr sz="1495"/>
            </a:lvl7pPr>
            <a:lvl8pPr>
              <a:defRPr sz="1495"/>
            </a:lvl8pPr>
            <a:lvl9pPr>
              <a:defRPr sz="149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EF8003-1674-4DD4-AAA0-1A48AD3067C0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B44E04-C02F-411D-9CCE-885136C497B6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4EBBA2-973F-4F65-86F4-ED0DC73D5FB4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4354" y="1704853"/>
            <a:ext cx="9959732" cy="7251917"/>
          </a:xfrm>
        </p:spPr>
        <p:txBody>
          <a:bodyPr anchor="b"/>
          <a:lstStyle>
            <a:lvl1pPr algn="l">
              <a:defRPr sz="186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37473" y="1704853"/>
            <a:ext cx="16923387" cy="36531665"/>
          </a:xfrm>
        </p:spPr>
        <p:txBody>
          <a:bodyPr/>
          <a:lstStyle>
            <a:lvl1pPr>
              <a:defRPr sz="2990"/>
            </a:lvl1pPr>
            <a:lvl2pPr>
              <a:defRPr sz="2616"/>
            </a:lvl2pPr>
            <a:lvl3pPr>
              <a:defRPr sz="2242"/>
            </a:lvl3pPr>
            <a:lvl4pPr>
              <a:defRPr sz="1869"/>
            </a:lvl4pPr>
            <a:lvl5pPr>
              <a:defRPr sz="1869"/>
            </a:lvl5pPr>
            <a:lvl6pPr>
              <a:defRPr sz="1869"/>
            </a:lvl6pPr>
            <a:lvl7pPr>
              <a:defRPr sz="1869"/>
            </a:lvl7pPr>
            <a:lvl8pPr>
              <a:defRPr sz="1869"/>
            </a:lvl8pPr>
            <a:lvl9pPr>
              <a:defRPr sz="186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4354" y="8956770"/>
            <a:ext cx="9959732" cy="29279749"/>
          </a:xfrm>
        </p:spPr>
        <p:txBody>
          <a:bodyPr/>
          <a:lstStyle>
            <a:lvl1pPr marL="0" indent="0">
              <a:buNone/>
              <a:defRPr sz="1308"/>
            </a:lvl1pPr>
            <a:lvl2pPr marL="427162" indent="0">
              <a:buNone/>
              <a:defRPr sz="1121"/>
            </a:lvl2pPr>
            <a:lvl3pPr marL="854324" indent="0">
              <a:buNone/>
              <a:defRPr sz="934"/>
            </a:lvl3pPr>
            <a:lvl4pPr marL="1281486" indent="0">
              <a:buNone/>
              <a:defRPr sz="841"/>
            </a:lvl4pPr>
            <a:lvl5pPr marL="1708648" indent="0">
              <a:buNone/>
              <a:defRPr sz="841"/>
            </a:lvl5pPr>
            <a:lvl6pPr marL="2135810" indent="0">
              <a:buNone/>
              <a:defRPr sz="841"/>
            </a:lvl6pPr>
            <a:lvl7pPr marL="2562972" indent="0">
              <a:buNone/>
              <a:defRPr sz="841"/>
            </a:lvl7pPr>
            <a:lvl8pPr marL="2990134" indent="0">
              <a:buNone/>
              <a:defRPr sz="841"/>
            </a:lvl8pPr>
            <a:lvl9pPr marL="3417296" indent="0">
              <a:buNone/>
              <a:defRPr sz="84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9C8723-949F-493C-9973-384D4813A9FF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4310" y="29962320"/>
            <a:ext cx="18164831" cy="3537098"/>
          </a:xfrm>
        </p:spPr>
        <p:txBody>
          <a:bodyPr anchor="b"/>
          <a:lstStyle>
            <a:lvl1pPr algn="l">
              <a:defRPr sz="186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34310" y="3824910"/>
            <a:ext cx="18164831" cy="25681315"/>
          </a:xfrm>
        </p:spPr>
        <p:txBody>
          <a:bodyPr/>
          <a:lstStyle>
            <a:lvl1pPr marL="0" indent="0">
              <a:buNone/>
              <a:defRPr sz="2990"/>
            </a:lvl1pPr>
            <a:lvl2pPr marL="427162" indent="0">
              <a:buNone/>
              <a:defRPr sz="2616"/>
            </a:lvl2pPr>
            <a:lvl3pPr marL="854324" indent="0">
              <a:buNone/>
              <a:defRPr sz="2242"/>
            </a:lvl3pPr>
            <a:lvl4pPr marL="1281486" indent="0">
              <a:buNone/>
              <a:defRPr sz="1869"/>
            </a:lvl4pPr>
            <a:lvl5pPr marL="1708648" indent="0">
              <a:buNone/>
              <a:defRPr sz="1869"/>
            </a:lvl5pPr>
            <a:lvl6pPr marL="2135810" indent="0">
              <a:buNone/>
              <a:defRPr sz="1869"/>
            </a:lvl6pPr>
            <a:lvl7pPr marL="2562972" indent="0">
              <a:buNone/>
              <a:defRPr sz="1869"/>
            </a:lvl7pPr>
            <a:lvl8pPr marL="2990134" indent="0">
              <a:buNone/>
              <a:defRPr sz="1869"/>
            </a:lvl8pPr>
            <a:lvl9pPr marL="3417296" indent="0">
              <a:buNone/>
              <a:defRPr sz="1869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34310" y="33499418"/>
            <a:ext cx="18164831" cy="5023340"/>
          </a:xfrm>
        </p:spPr>
        <p:txBody>
          <a:bodyPr/>
          <a:lstStyle>
            <a:lvl1pPr marL="0" indent="0">
              <a:buNone/>
              <a:defRPr sz="1308"/>
            </a:lvl1pPr>
            <a:lvl2pPr marL="427162" indent="0">
              <a:buNone/>
              <a:defRPr sz="1121"/>
            </a:lvl2pPr>
            <a:lvl3pPr marL="854324" indent="0">
              <a:buNone/>
              <a:defRPr sz="934"/>
            </a:lvl3pPr>
            <a:lvl4pPr marL="1281486" indent="0">
              <a:buNone/>
              <a:defRPr sz="841"/>
            </a:lvl4pPr>
            <a:lvl5pPr marL="1708648" indent="0">
              <a:buNone/>
              <a:defRPr sz="841"/>
            </a:lvl5pPr>
            <a:lvl6pPr marL="2135810" indent="0">
              <a:buNone/>
              <a:defRPr sz="841"/>
            </a:lvl6pPr>
            <a:lvl7pPr marL="2562972" indent="0">
              <a:buNone/>
              <a:defRPr sz="841"/>
            </a:lvl7pPr>
            <a:lvl8pPr marL="2990134" indent="0">
              <a:buNone/>
              <a:defRPr sz="841"/>
            </a:lvl8pPr>
            <a:lvl9pPr marL="3417296" indent="0">
              <a:buNone/>
              <a:defRPr sz="84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0EA1AC-921F-4740-ACD1-1CF17E4324E8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A764F3-D646-4175-80D0-8964BED73187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570274" y="3806037"/>
            <a:ext cx="6429700" cy="342417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76722" y="3806037"/>
            <a:ext cx="19151164" cy="342417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981A8-33AD-4B19-8B2C-05F77DB49508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76723" y="3806037"/>
            <a:ext cx="25723251" cy="71339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99009" tIns="249507" rIns="499009" bIns="2495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76723" y="12336593"/>
            <a:ext cx="25723251" cy="25711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99009" tIns="249507" rIns="499009" bIns="2495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76723" y="39029181"/>
            <a:ext cx="6308077" cy="282464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499009" tIns="249507" rIns="499009" bIns="249507" numCol="1" anchor="t" anchorCtr="0" compatLnSpc="1">
            <a:prstTxWarp prst="textNoShape">
              <a:avLst/>
            </a:prstTxWarp>
          </a:bodyPr>
          <a:lstStyle>
            <a:lvl1pPr algn="l" rtl="0" eaLnBrk="0" hangingPunct="0">
              <a:defRPr sz="6540" b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339434" y="39029181"/>
            <a:ext cx="9597829" cy="282464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499009" tIns="249507" rIns="499009" bIns="249507" numCol="1" anchor="t" anchorCtr="0" compatLnSpc="1">
            <a:prstTxWarp prst="textNoShape">
              <a:avLst/>
            </a:prstTxWarp>
          </a:bodyPr>
          <a:lstStyle>
            <a:lvl1pPr algn="ctr" rtl="0" eaLnBrk="0" hangingPunct="0">
              <a:defRPr sz="6540" b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1691897" y="39029181"/>
            <a:ext cx="6308077" cy="282464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499009" tIns="249507" rIns="499009" bIns="249507" numCol="1" anchor="t" anchorCtr="0" compatLnSpc="1">
            <a:prstTxWarp prst="textNoShape">
              <a:avLst/>
            </a:prstTxWarp>
          </a:bodyPr>
          <a:lstStyle>
            <a:lvl1pPr rtl="0" eaLnBrk="0" hangingPunct="0">
              <a:defRPr sz="654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E1ACE27-E7B6-46EC-A855-0E5FEAF8F286}" type="slidenum">
              <a:rPr lang="he-IL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669118" rtl="0" eaLnBrk="0" fontAlgn="base" hangingPunct="0">
        <a:spcBef>
          <a:spcPct val="0"/>
        </a:spcBef>
        <a:spcAft>
          <a:spcPct val="0"/>
        </a:spcAft>
        <a:defRPr sz="22703">
          <a:solidFill>
            <a:schemeClr val="tx2"/>
          </a:solidFill>
          <a:latin typeface="Arial" panose="020B0604020202020204" pitchFamily="34" charset="0"/>
          <a:ea typeface="+mj-ea"/>
          <a:cs typeface="+mj-cs"/>
        </a:defRPr>
      </a:lvl1pPr>
      <a:lvl2pPr algn="ctr" defTabSz="4669118" rtl="0" eaLnBrk="0" fontAlgn="base" hangingPunct="0">
        <a:spcBef>
          <a:spcPct val="0"/>
        </a:spcBef>
        <a:spcAft>
          <a:spcPct val="0"/>
        </a:spcAft>
        <a:defRPr sz="22703">
          <a:solidFill>
            <a:schemeClr val="tx2"/>
          </a:solidFill>
          <a:latin typeface="Times New Roman" pitchFamily="18" charset="0"/>
        </a:defRPr>
      </a:lvl2pPr>
      <a:lvl3pPr algn="ctr" defTabSz="4669118" rtl="0" eaLnBrk="0" fontAlgn="base" hangingPunct="0">
        <a:spcBef>
          <a:spcPct val="0"/>
        </a:spcBef>
        <a:spcAft>
          <a:spcPct val="0"/>
        </a:spcAft>
        <a:defRPr sz="22703">
          <a:solidFill>
            <a:schemeClr val="tx2"/>
          </a:solidFill>
          <a:latin typeface="Times New Roman" pitchFamily="18" charset="0"/>
        </a:defRPr>
      </a:lvl3pPr>
      <a:lvl4pPr algn="ctr" defTabSz="4669118" rtl="0" eaLnBrk="0" fontAlgn="base" hangingPunct="0">
        <a:spcBef>
          <a:spcPct val="0"/>
        </a:spcBef>
        <a:spcAft>
          <a:spcPct val="0"/>
        </a:spcAft>
        <a:defRPr sz="22703">
          <a:solidFill>
            <a:schemeClr val="tx2"/>
          </a:solidFill>
          <a:latin typeface="Times New Roman" pitchFamily="18" charset="0"/>
        </a:defRPr>
      </a:lvl4pPr>
      <a:lvl5pPr algn="ctr" defTabSz="4669118" rtl="0" eaLnBrk="0" fontAlgn="base" hangingPunct="0">
        <a:spcBef>
          <a:spcPct val="0"/>
        </a:spcBef>
        <a:spcAft>
          <a:spcPct val="0"/>
        </a:spcAft>
        <a:defRPr sz="22703">
          <a:solidFill>
            <a:schemeClr val="tx2"/>
          </a:solidFill>
          <a:latin typeface="Times New Roman" pitchFamily="18" charset="0"/>
        </a:defRPr>
      </a:lvl5pPr>
      <a:lvl6pPr marL="427162" algn="ctr" defTabSz="4669118" rtl="0" eaLnBrk="0" fontAlgn="base" hangingPunct="0">
        <a:spcBef>
          <a:spcPct val="0"/>
        </a:spcBef>
        <a:spcAft>
          <a:spcPct val="0"/>
        </a:spcAft>
        <a:defRPr sz="22703">
          <a:solidFill>
            <a:schemeClr val="tx2"/>
          </a:solidFill>
          <a:latin typeface="Times New Roman" pitchFamily="18" charset="0"/>
        </a:defRPr>
      </a:lvl6pPr>
      <a:lvl7pPr marL="854324" algn="ctr" defTabSz="4669118" rtl="0" eaLnBrk="0" fontAlgn="base" hangingPunct="0">
        <a:spcBef>
          <a:spcPct val="0"/>
        </a:spcBef>
        <a:spcAft>
          <a:spcPct val="0"/>
        </a:spcAft>
        <a:defRPr sz="22703">
          <a:solidFill>
            <a:schemeClr val="tx2"/>
          </a:solidFill>
          <a:latin typeface="Times New Roman" pitchFamily="18" charset="0"/>
        </a:defRPr>
      </a:lvl7pPr>
      <a:lvl8pPr marL="1281486" algn="ctr" defTabSz="4669118" rtl="0" eaLnBrk="0" fontAlgn="base" hangingPunct="0">
        <a:spcBef>
          <a:spcPct val="0"/>
        </a:spcBef>
        <a:spcAft>
          <a:spcPct val="0"/>
        </a:spcAft>
        <a:defRPr sz="22703">
          <a:solidFill>
            <a:schemeClr val="tx2"/>
          </a:solidFill>
          <a:latin typeface="Times New Roman" pitchFamily="18" charset="0"/>
        </a:defRPr>
      </a:lvl8pPr>
      <a:lvl9pPr marL="1708648" algn="ctr" defTabSz="4669118" rtl="0" eaLnBrk="0" fontAlgn="base" hangingPunct="0">
        <a:spcBef>
          <a:spcPct val="0"/>
        </a:spcBef>
        <a:spcAft>
          <a:spcPct val="0"/>
        </a:spcAft>
        <a:defRPr sz="22703">
          <a:solidFill>
            <a:schemeClr val="tx2"/>
          </a:solidFill>
          <a:latin typeface="Times New Roman" pitchFamily="18" charset="0"/>
        </a:defRPr>
      </a:lvl9pPr>
    </p:titleStyle>
    <p:bodyStyle>
      <a:lvl1pPr marL="1747211" indent="-1747211" algn="l" defTabSz="4669118" rtl="0" eaLnBrk="0" fontAlgn="base" hangingPunct="0">
        <a:spcBef>
          <a:spcPct val="20000"/>
        </a:spcBef>
        <a:spcAft>
          <a:spcPct val="0"/>
        </a:spcAft>
        <a:buChar char="•"/>
        <a:defRPr sz="15603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3791062" indent="-1460954" algn="l" defTabSz="4669118" rtl="0" eaLnBrk="0" fontAlgn="base" hangingPunct="0">
        <a:spcBef>
          <a:spcPct val="20000"/>
        </a:spcBef>
        <a:spcAft>
          <a:spcPct val="0"/>
        </a:spcAft>
        <a:buChar char="–"/>
        <a:defRPr sz="14201">
          <a:solidFill>
            <a:schemeClr val="tx1"/>
          </a:solidFill>
          <a:latin typeface="Arial" panose="020B0604020202020204" pitchFamily="34" charset="0"/>
        </a:defRPr>
      </a:lvl2pPr>
      <a:lvl3pPr marL="5823048" indent="-1153931" algn="l" defTabSz="4669118" rtl="0" eaLnBrk="0" fontAlgn="base" hangingPunct="0">
        <a:spcBef>
          <a:spcPct val="20000"/>
        </a:spcBef>
        <a:spcAft>
          <a:spcPct val="0"/>
        </a:spcAft>
        <a:buChar char="•"/>
        <a:defRPr sz="11772">
          <a:solidFill>
            <a:schemeClr val="tx1"/>
          </a:solidFill>
          <a:latin typeface="Arial" panose="020B0604020202020204" pitchFamily="34" charset="0"/>
        </a:defRPr>
      </a:lvl3pPr>
      <a:lvl4pPr marL="8162057" indent="-1179145" algn="l" defTabSz="4669118" rtl="0" eaLnBrk="0" fontAlgn="base" hangingPunct="0">
        <a:spcBef>
          <a:spcPct val="20000"/>
        </a:spcBef>
        <a:spcAft>
          <a:spcPct val="0"/>
        </a:spcAft>
        <a:buChar char="–"/>
        <a:defRPr sz="9997">
          <a:solidFill>
            <a:schemeClr val="tx1"/>
          </a:solidFill>
          <a:latin typeface="Arial" panose="020B0604020202020204" pitchFamily="34" charset="0"/>
        </a:defRPr>
      </a:lvl4pPr>
      <a:lvl5pPr marL="10481784" indent="-1159863" algn="l" defTabSz="4669118" rtl="0" eaLnBrk="0" fontAlgn="base" hangingPunct="0">
        <a:spcBef>
          <a:spcPct val="20000"/>
        </a:spcBef>
        <a:spcAft>
          <a:spcPct val="0"/>
        </a:spcAft>
        <a:buChar char="»"/>
        <a:defRPr sz="9997">
          <a:solidFill>
            <a:schemeClr val="tx1"/>
          </a:solidFill>
          <a:latin typeface="Arial" panose="020B0604020202020204" pitchFamily="34" charset="0"/>
        </a:defRPr>
      </a:lvl5pPr>
      <a:lvl6pPr marL="10908946" indent="-1159863" algn="l" defTabSz="4669118" rtl="0" eaLnBrk="0" fontAlgn="base" hangingPunct="0">
        <a:spcBef>
          <a:spcPct val="20000"/>
        </a:spcBef>
        <a:spcAft>
          <a:spcPct val="0"/>
        </a:spcAft>
        <a:buChar char="»"/>
        <a:defRPr sz="9997">
          <a:solidFill>
            <a:schemeClr val="tx1"/>
          </a:solidFill>
          <a:latin typeface="+mn-lt"/>
        </a:defRPr>
      </a:lvl6pPr>
      <a:lvl7pPr marL="11336108" indent="-1159863" algn="l" defTabSz="4669118" rtl="0" eaLnBrk="0" fontAlgn="base" hangingPunct="0">
        <a:spcBef>
          <a:spcPct val="20000"/>
        </a:spcBef>
        <a:spcAft>
          <a:spcPct val="0"/>
        </a:spcAft>
        <a:buChar char="»"/>
        <a:defRPr sz="9997">
          <a:solidFill>
            <a:schemeClr val="tx1"/>
          </a:solidFill>
          <a:latin typeface="+mn-lt"/>
        </a:defRPr>
      </a:lvl7pPr>
      <a:lvl8pPr marL="11763270" indent="-1159863" algn="l" defTabSz="4669118" rtl="0" eaLnBrk="0" fontAlgn="base" hangingPunct="0">
        <a:spcBef>
          <a:spcPct val="20000"/>
        </a:spcBef>
        <a:spcAft>
          <a:spcPct val="0"/>
        </a:spcAft>
        <a:buChar char="»"/>
        <a:defRPr sz="9997">
          <a:solidFill>
            <a:schemeClr val="tx1"/>
          </a:solidFill>
          <a:latin typeface="+mn-lt"/>
        </a:defRPr>
      </a:lvl8pPr>
      <a:lvl9pPr marL="12190432" indent="-1159863" algn="l" defTabSz="4669118" rtl="0" eaLnBrk="0" fontAlgn="base" hangingPunct="0">
        <a:spcBef>
          <a:spcPct val="20000"/>
        </a:spcBef>
        <a:spcAft>
          <a:spcPct val="0"/>
        </a:spcAft>
        <a:buChar char="»"/>
        <a:defRPr sz="9997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854324" rtl="0" eaLnBrk="1" latinLnBrk="0" hangingPunct="1">
        <a:defRPr sz="1682" kern="1200">
          <a:solidFill>
            <a:schemeClr val="tx1"/>
          </a:solidFill>
          <a:latin typeface="+mn-lt"/>
          <a:ea typeface="+mn-ea"/>
          <a:cs typeface="+mn-cs"/>
        </a:defRPr>
      </a:lvl1pPr>
      <a:lvl2pPr marL="427162" algn="l" defTabSz="854324" rtl="0" eaLnBrk="1" latinLnBrk="0" hangingPunct="1">
        <a:defRPr sz="1682" kern="1200">
          <a:solidFill>
            <a:schemeClr val="tx1"/>
          </a:solidFill>
          <a:latin typeface="+mn-lt"/>
          <a:ea typeface="+mn-ea"/>
          <a:cs typeface="+mn-cs"/>
        </a:defRPr>
      </a:lvl2pPr>
      <a:lvl3pPr marL="854324" algn="l" defTabSz="854324" rtl="0" eaLnBrk="1" latinLnBrk="0" hangingPunct="1">
        <a:defRPr sz="1682" kern="1200">
          <a:solidFill>
            <a:schemeClr val="tx1"/>
          </a:solidFill>
          <a:latin typeface="+mn-lt"/>
          <a:ea typeface="+mn-ea"/>
          <a:cs typeface="+mn-cs"/>
        </a:defRPr>
      </a:lvl3pPr>
      <a:lvl4pPr marL="1281486" algn="l" defTabSz="854324" rtl="0" eaLnBrk="1" latinLnBrk="0" hangingPunct="1">
        <a:defRPr sz="1682" kern="1200">
          <a:solidFill>
            <a:schemeClr val="tx1"/>
          </a:solidFill>
          <a:latin typeface="+mn-lt"/>
          <a:ea typeface="+mn-ea"/>
          <a:cs typeface="+mn-cs"/>
        </a:defRPr>
      </a:lvl4pPr>
      <a:lvl5pPr marL="1708648" algn="l" defTabSz="854324" rtl="0" eaLnBrk="1" latinLnBrk="0" hangingPunct="1">
        <a:defRPr sz="1682" kern="1200">
          <a:solidFill>
            <a:schemeClr val="tx1"/>
          </a:solidFill>
          <a:latin typeface="+mn-lt"/>
          <a:ea typeface="+mn-ea"/>
          <a:cs typeface="+mn-cs"/>
        </a:defRPr>
      </a:lvl5pPr>
      <a:lvl6pPr marL="2135810" algn="l" defTabSz="854324" rtl="0" eaLnBrk="1" latinLnBrk="0" hangingPunct="1">
        <a:defRPr sz="1682" kern="1200">
          <a:solidFill>
            <a:schemeClr val="tx1"/>
          </a:solidFill>
          <a:latin typeface="+mn-lt"/>
          <a:ea typeface="+mn-ea"/>
          <a:cs typeface="+mn-cs"/>
        </a:defRPr>
      </a:lvl6pPr>
      <a:lvl7pPr marL="2562972" algn="l" defTabSz="854324" rtl="0" eaLnBrk="1" latinLnBrk="0" hangingPunct="1">
        <a:defRPr sz="1682" kern="1200">
          <a:solidFill>
            <a:schemeClr val="tx1"/>
          </a:solidFill>
          <a:latin typeface="+mn-lt"/>
          <a:ea typeface="+mn-ea"/>
          <a:cs typeface="+mn-cs"/>
        </a:defRPr>
      </a:lvl7pPr>
      <a:lvl8pPr marL="2990134" algn="l" defTabSz="854324" rtl="0" eaLnBrk="1" latinLnBrk="0" hangingPunct="1">
        <a:defRPr sz="1682" kern="1200">
          <a:solidFill>
            <a:schemeClr val="tx1"/>
          </a:solidFill>
          <a:latin typeface="+mn-lt"/>
          <a:ea typeface="+mn-ea"/>
          <a:cs typeface="+mn-cs"/>
        </a:defRPr>
      </a:lvl8pPr>
      <a:lvl9pPr marL="3417296" algn="l" defTabSz="854324" rtl="0" eaLnBrk="1" latinLnBrk="0" hangingPunct="1">
        <a:defRPr sz="168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Picture 145">
            <a:extLst>
              <a:ext uri="{FF2B5EF4-FFF2-40B4-BE49-F238E27FC236}">
                <a16:creationId xmlns:a16="http://schemas.microsoft.com/office/drawing/2014/main" id="{BC79CBCD-6DF3-4A05-8F2C-99DAE911E7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120" r="2" b="2"/>
          <a:stretch/>
        </p:blipFill>
        <p:spPr>
          <a:xfrm>
            <a:off x="10855111" y="14001819"/>
            <a:ext cx="8124268" cy="6841138"/>
          </a:xfrm>
          <a:prstGeom prst="rect">
            <a:avLst/>
          </a:prstGeom>
        </p:spPr>
      </p:pic>
      <p:pic>
        <p:nvPicPr>
          <p:cNvPr id="138" name="Picture 2">
            <a:extLst>
              <a:ext uri="{FF2B5EF4-FFF2-40B4-BE49-F238E27FC236}">
                <a16:creationId xmlns:a16="http://schemas.microsoft.com/office/drawing/2014/main" id="{5BCCCEC1-C541-4AB0-B0F5-777CBF29AE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25"/>
          <a:stretch/>
        </p:blipFill>
        <p:spPr bwMode="auto">
          <a:xfrm>
            <a:off x="679596" y="32775969"/>
            <a:ext cx="9260806" cy="5209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Picture 178">
            <a:extLst>
              <a:ext uri="{FF2B5EF4-FFF2-40B4-BE49-F238E27FC236}">
                <a16:creationId xmlns:a16="http://schemas.microsoft.com/office/drawing/2014/main" id="{6A213D32-175A-4165-BC41-7E2EB6FAFF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50553" y="20400433"/>
            <a:ext cx="7662495" cy="4310154"/>
          </a:xfrm>
          <a:prstGeom prst="rect">
            <a:avLst/>
          </a:prstGeom>
        </p:spPr>
      </p:pic>
      <p:sp>
        <p:nvSpPr>
          <p:cNvPr id="171" name="Rounded Rectangle 18"/>
          <p:cNvSpPr/>
          <p:nvPr/>
        </p:nvSpPr>
        <p:spPr>
          <a:xfrm>
            <a:off x="20285999" y="35917091"/>
            <a:ext cx="9360000" cy="1128962"/>
          </a:xfrm>
          <a:prstGeom prst="roundRect">
            <a:avLst>
              <a:gd name="adj" fmla="val 3718"/>
            </a:avLst>
          </a:prstGeom>
          <a:solidFill>
            <a:srgbClr val="124872"/>
          </a:solidFill>
          <a:ln w="76200" cap="flat" cmpd="sng" algn="ctr">
            <a:solidFill>
              <a:srgbClr val="124872"/>
            </a:solidFill>
            <a:prstDash val="solid"/>
          </a:ln>
          <a:effectLst/>
        </p:spPr>
        <p:txBody>
          <a:bodyPr rtlCol="1" anchor="ctr"/>
          <a:lstStyle/>
          <a:p>
            <a:pPr algn="ctr" defTabSz="854324" fontAlgn="auto">
              <a:spcBef>
                <a:spcPts val="0"/>
              </a:spcBef>
              <a:spcAft>
                <a:spcPts val="0"/>
              </a:spcAft>
              <a:defRPr/>
            </a:pPr>
            <a:endParaRPr lang="he-IL" sz="7661" b="0" kern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0" name="Rounded Rectangle 18"/>
          <p:cNvSpPr/>
          <p:nvPr/>
        </p:nvSpPr>
        <p:spPr>
          <a:xfrm>
            <a:off x="20286000" y="25732691"/>
            <a:ext cx="9360000" cy="1128962"/>
          </a:xfrm>
          <a:prstGeom prst="roundRect">
            <a:avLst>
              <a:gd name="adj" fmla="val 3718"/>
            </a:avLst>
          </a:prstGeom>
          <a:solidFill>
            <a:srgbClr val="124872"/>
          </a:solidFill>
          <a:ln w="76200" cap="flat" cmpd="sng" algn="ctr">
            <a:solidFill>
              <a:srgbClr val="124872"/>
            </a:solidFill>
            <a:prstDash val="solid"/>
          </a:ln>
          <a:effectLst/>
        </p:spPr>
        <p:txBody>
          <a:bodyPr rtlCol="1" anchor="ctr"/>
          <a:lstStyle/>
          <a:p>
            <a:pPr algn="ctr" defTabSz="854324" fontAlgn="auto">
              <a:spcBef>
                <a:spcPts val="0"/>
              </a:spcBef>
              <a:spcAft>
                <a:spcPts val="0"/>
              </a:spcAft>
              <a:defRPr/>
            </a:pPr>
            <a:endParaRPr lang="he-IL" sz="7661" b="0" kern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9" name="Rounded Rectangle 18"/>
          <p:cNvSpPr/>
          <p:nvPr/>
        </p:nvSpPr>
        <p:spPr>
          <a:xfrm>
            <a:off x="20285441" y="17114792"/>
            <a:ext cx="9360000" cy="1128962"/>
          </a:xfrm>
          <a:prstGeom prst="roundRect">
            <a:avLst>
              <a:gd name="adj" fmla="val 3718"/>
            </a:avLst>
          </a:prstGeom>
          <a:solidFill>
            <a:srgbClr val="124872"/>
          </a:solidFill>
          <a:ln w="76200" cap="flat" cmpd="sng" algn="ctr">
            <a:solidFill>
              <a:srgbClr val="124872"/>
            </a:solidFill>
            <a:prstDash val="solid"/>
          </a:ln>
          <a:effectLst/>
        </p:spPr>
        <p:txBody>
          <a:bodyPr rtlCol="1" anchor="ctr"/>
          <a:lstStyle/>
          <a:p>
            <a:pPr algn="ctr" defTabSz="854324" fontAlgn="auto">
              <a:spcBef>
                <a:spcPts val="0"/>
              </a:spcBef>
              <a:spcAft>
                <a:spcPts val="0"/>
              </a:spcAft>
              <a:defRPr/>
            </a:pPr>
            <a:endParaRPr lang="he-IL" sz="7661" b="0" kern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8" name="Rounded Rectangle 18"/>
          <p:cNvSpPr/>
          <p:nvPr/>
        </p:nvSpPr>
        <p:spPr>
          <a:xfrm>
            <a:off x="20285999" y="8623033"/>
            <a:ext cx="9360000" cy="1128962"/>
          </a:xfrm>
          <a:prstGeom prst="roundRect">
            <a:avLst>
              <a:gd name="adj" fmla="val 3718"/>
            </a:avLst>
          </a:prstGeom>
          <a:solidFill>
            <a:srgbClr val="124872"/>
          </a:solidFill>
          <a:ln w="76200" cap="flat" cmpd="sng" algn="ctr">
            <a:solidFill>
              <a:srgbClr val="124872"/>
            </a:solidFill>
            <a:prstDash val="solid"/>
          </a:ln>
          <a:effectLst/>
        </p:spPr>
        <p:txBody>
          <a:bodyPr rtlCol="1" anchor="ctr"/>
          <a:lstStyle/>
          <a:p>
            <a:pPr algn="ctr" defTabSz="854324" fontAlgn="auto">
              <a:spcBef>
                <a:spcPts val="0"/>
              </a:spcBef>
              <a:spcAft>
                <a:spcPts val="0"/>
              </a:spcAft>
              <a:defRPr/>
            </a:pPr>
            <a:endParaRPr lang="he-IL" sz="7661" b="0" kern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7" name="Rounded Rectangle 18"/>
          <p:cNvSpPr/>
          <p:nvPr/>
        </p:nvSpPr>
        <p:spPr>
          <a:xfrm>
            <a:off x="10458000" y="22381091"/>
            <a:ext cx="9360000" cy="1128962"/>
          </a:xfrm>
          <a:prstGeom prst="roundRect">
            <a:avLst>
              <a:gd name="adj" fmla="val 3718"/>
            </a:avLst>
          </a:prstGeom>
          <a:solidFill>
            <a:srgbClr val="124872"/>
          </a:solidFill>
          <a:ln w="76200" cap="flat" cmpd="sng" algn="ctr">
            <a:solidFill>
              <a:srgbClr val="124872"/>
            </a:solidFill>
            <a:prstDash val="solid"/>
          </a:ln>
          <a:effectLst/>
        </p:spPr>
        <p:txBody>
          <a:bodyPr rtlCol="1" anchor="ctr"/>
          <a:lstStyle/>
          <a:p>
            <a:pPr algn="ctr" defTabSz="854324" fontAlgn="auto">
              <a:spcBef>
                <a:spcPts val="0"/>
              </a:spcBef>
              <a:spcAft>
                <a:spcPts val="0"/>
              </a:spcAft>
              <a:defRPr/>
            </a:pPr>
            <a:endParaRPr lang="he-IL" sz="7661" b="0" kern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6" name="Rounded Rectangle 18"/>
          <p:cNvSpPr/>
          <p:nvPr/>
        </p:nvSpPr>
        <p:spPr>
          <a:xfrm>
            <a:off x="10458000" y="8623033"/>
            <a:ext cx="9360000" cy="1128962"/>
          </a:xfrm>
          <a:prstGeom prst="roundRect">
            <a:avLst>
              <a:gd name="adj" fmla="val 3718"/>
            </a:avLst>
          </a:prstGeom>
          <a:solidFill>
            <a:srgbClr val="124872"/>
          </a:solidFill>
          <a:ln w="76200" cap="flat" cmpd="sng" algn="ctr">
            <a:solidFill>
              <a:srgbClr val="124872"/>
            </a:solidFill>
            <a:prstDash val="solid"/>
          </a:ln>
          <a:effectLst/>
        </p:spPr>
        <p:txBody>
          <a:bodyPr rtlCol="1" anchor="ctr"/>
          <a:lstStyle/>
          <a:p>
            <a:pPr algn="ctr" defTabSz="854324" fontAlgn="auto">
              <a:spcBef>
                <a:spcPts val="0"/>
              </a:spcBef>
              <a:spcAft>
                <a:spcPts val="0"/>
              </a:spcAft>
              <a:defRPr/>
            </a:pPr>
            <a:endParaRPr lang="he-IL" sz="7661" b="0" kern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4" name="Rounded Rectangle 18"/>
          <p:cNvSpPr/>
          <p:nvPr/>
        </p:nvSpPr>
        <p:spPr>
          <a:xfrm>
            <a:off x="629999" y="30877090"/>
            <a:ext cx="9360000" cy="1128962"/>
          </a:xfrm>
          <a:prstGeom prst="roundRect">
            <a:avLst>
              <a:gd name="adj" fmla="val 3718"/>
            </a:avLst>
          </a:prstGeom>
          <a:solidFill>
            <a:srgbClr val="124872"/>
          </a:solidFill>
          <a:ln w="76200" cap="flat" cmpd="sng" algn="ctr">
            <a:solidFill>
              <a:srgbClr val="124872"/>
            </a:solidFill>
            <a:prstDash val="solid"/>
          </a:ln>
          <a:effectLst/>
        </p:spPr>
        <p:txBody>
          <a:bodyPr rtlCol="1" anchor="ctr"/>
          <a:lstStyle/>
          <a:p>
            <a:pPr algn="ctr" defTabSz="854324" fontAlgn="auto">
              <a:spcBef>
                <a:spcPts val="0"/>
              </a:spcBef>
              <a:spcAft>
                <a:spcPts val="0"/>
              </a:spcAft>
              <a:defRPr/>
            </a:pPr>
            <a:endParaRPr lang="he-IL" sz="7661" b="0" kern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" name="Rounded Rectangle 18"/>
          <p:cNvSpPr/>
          <p:nvPr/>
        </p:nvSpPr>
        <p:spPr>
          <a:xfrm>
            <a:off x="629999" y="8623033"/>
            <a:ext cx="9360000" cy="1128962"/>
          </a:xfrm>
          <a:prstGeom prst="roundRect">
            <a:avLst>
              <a:gd name="adj" fmla="val 3718"/>
            </a:avLst>
          </a:prstGeom>
          <a:solidFill>
            <a:srgbClr val="124872"/>
          </a:solidFill>
          <a:ln w="76200" cap="flat" cmpd="sng" algn="ctr">
            <a:solidFill>
              <a:srgbClr val="124872"/>
            </a:solidFill>
            <a:prstDash val="solid"/>
          </a:ln>
          <a:effectLst/>
        </p:spPr>
        <p:txBody>
          <a:bodyPr rtlCol="1" anchor="ctr"/>
          <a:lstStyle/>
          <a:p>
            <a:pPr algn="ctr" defTabSz="854324" fontAlgn="auto">
              <a:spcBef>
                <a:spcPts val="0"/>
              </a:spcBef>
              <a:spcAft>
                <a:spcPts val="0"/>
              </a:spcAft>
              <a:defRPr/>
            </a:pPr>
            <a:endParaRPr lang="he-IL" sz="7661" b="0" kern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66" name="Rectangle 922"/>
          <p:cNvSpPr>
            <a:spLocks noChangeArrowheads="1"/>
          </p:cNvSpPr>
          <p:nvPr/>
        </p:nvSpPr>
        <p:spPr bwMode="auto">
          <a:xfrm>
            <a:off x="3045023" y="23296871"/>
            <a:ext cx="5766707" cy="1724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rtl="0" eaLnBrk="0" hangingPunct="0"/>
            <a:r>
              <a:rPr lang="en-US" sz="22703" b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14" name="Rectangle 3"/>
          <p:cNvSpPr>
            <a:spLocks noChangeArrowheads="1"/>
          </p:cNvSpPr>
          <p:nvPr/>
        </p:nvSpPr>
        <p:spPr bwMode="auto">
          <a:xfrm>
            <a:off x="934781" y="8682990"/>
            <a:ext cx="5567957" cy="1009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l" defTabSz="3900819" rtl="0"/>
            <a:r>
              <a:rPr lang="en-US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115" name="Rectangle 4"/>
          <p:cNvSpPr>
            <a:spLocks noChangeArrowheads="1"/>
          </p:cNvSpPr>
          <p:nvPr/>
        </p:nvSpPr>
        <p:spPr bwMode="auto">
          <a:xfrm>
            <a:off x="900000" y="9935891"/>
            <a:ext cx="8820000" cy="410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Formula Student Germany 2020 will accept only driverless cars</a:t>
            </a: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simple modular autonomous system </a:t>
            </a:r>
            <a:r>
              <a:rPr lang="en-US" sz="2990" b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needed</a:t>
            </a:r>
            <a:endParaRPr lang="en-US" sz="2990" b="0" dirty="0">
              <a:solidFill>
                <a:srgbClr val="000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67563" lvl="1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Localization and mapping</a:t>
            </a:r>
            <a:endParaRPr lang="en-US" sz="2990" b="0" dirty="0">
              <a:solidFill>
                <a:srgbClr val="000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67563" lvl="1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Route planning</a:t>
            </a:r>
          </a:p>
          <a:p>
            <a:pPr marL="867563" lvl="1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</a:t>
            </a:r>
          </a:p>
        </p:txBody>
      </p:sp>
      <p:sp>
        <p:nvSpPr>
          <p:cNvPr id="116" name="Rectangle 3"/>
          <p:cNvSpPr>
            <a:spLocks noChangeArrowheads="1"/>
          </p:cNvSpPr>
          <p:nvPr/>
        </p:nvSpPr>
        <p:spPr bwMode="auto">
          <a:xfrm>
            <a:off x="936000" y="21162131"/>
            <a:ext cx="5523461" cy="1009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l" defTabSz="3900819" rtl="0"/>
            <a:r>
              <a:rPr lang="en-US" sz="5400" dirty="0">
                <a:solidFill>
                  <a:srgbClr val="1248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Goals</a:t>
            </a:r>
          </a:p>
        </p:txBody>
      </p:sp>
      <p:sp>
        <p:nvSpPr>
          <p:cNvPr id="117" name="Rectangle 4"/>
          <p:cNvSpPr>
            <a:spLocks noChangeArrowheads="1"/>
          </p:cNvSpPr>
          <p:nvPr/>
        </p:nvSpPr>
        <p:spPr bwMode="auto">
          <a:xfrm>
            <a:off x="900000" y="22296911"/>
            <a:ext cx="8820000" cy="360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Localize the car in a track consisting of cones using camera only</a:t>
            </a: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Send location and map to route planning</a:t>
            </a: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 a demo of a working system at </a:t>
            </a:r>
            <a:r>
              <a:rPr lang="en-US" sz="2990" b="0" dirty="0" err="1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EcoMotion</a:t>
            </a: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2019</a:t>
            </a:r>
          </a:p>
        </p:txBody>
      </p:sp>
      <p:sp>
        <p:nvSpPr>
          <p:cNvPr id="118" name="Rectangle 4"/>
          <p:cNvSpPr>
            <a:spLocks noChangeArrowheads="1"/>
          </p:cNvSpPr>
          <p:nvPr/>
        </p:nvSpPr>
        <p:spPr bwMode="auto">
          <a:xfrm>
            <a:off x="900000" y="27398706"/>
            <a:ext cx="8820000" cy="2708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ORB-SLAM is a general system that can't track specific objects</a:t>
            </a: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Needs to train the CNN with labeled data</a:t>
            </a: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restriction (for </a:t>
            </a:r>
            <a:r>
              <a:rPr lang="en-US" sz="2990" b="0" dirty="0" err="1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EcoMotion</a:t>
            </a: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demo)</a:t>
            </a:r>
          </a:p>
          <a:p>
            <a:pPr marL="425679" indent="-425679" algn="l" rtl="0">
              <a:spcBef>
                <a:spcPts val="1682"/>
              </a:spcBef>
              <a:buFont typeface="Arial" pitchFamily="34" charset="0"/>
              <a:buChar char="•"/>
            </a:pPr>
            <a:endParaRPr lang="en-US" sz="2990" b="0" dirty="0">
              <a:solidFill>
                <a:srgbClr val="000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Rectangle 2"/>
          <p:cNvSpPr>
            <a:spLocks noChangeArrowheads="1"/>
          </p:cNvSpPr>
          <p:nvPr/>
        </p:nvSpPr>
        <p:spPr bwMode="auto">
          <a:xfrm>
            <a:off x="936000" y="26210184"/>
            <a:ext cx="7688943" cy="1009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l" defTabSz="3900819" rtl="0"/>
            <a:r>
              <a:rPr lang="en-US" sz="5400" dirty="0">
                <a:solidFill>
                  <a:srgbClr val="1248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</a:t>
            </a:r>
          </a:p>
        </p:txBody>
      </p:sp>
      <p:sp>
        <p:nvSpPr>
          <p:cNvPr id="123" name="Rectangle 4"/>
          <p:cNvSpPr>
            <a:spLocks noChangeArrowheads="1"/>
          </p:cNvSpPr>
          <p:nvPr/>
        </p:nvSpPr>
        <p:spPr bwMode="auto">
          <a:xfrm>
            <a:off x="20592000" y="8682990"/>
            <a:ext cx="9024464" cy="1009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l" defTabSz="3900819" rtl="0"/>
            <a:r>
              <a:rPr lang="en-US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DBSCAN</a:t>
            </a:r>
          </a:p>
        </p:txBody>
      </p:sp>
      <p:sp>
        <p:nvSpPr>
          <p:cNvPr id="135" name="Rectangle 2"/>
          <p:cNvSpPr>
            <a:spLocks noChangeArrowheads="1"/>
          </p:cNvSpPr>
          <p:nvPr/>
        </p:nvSpPr>
        <p:spPr bwMode="auto">
          <a:xfrm>
            <a:off x="936000" y="30937047"/>
            <a:ext cx="8755594" cy="1009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l" defTabSz="3900819" rtl="0"/>
            <a:r>
              <a:rPr lang="en-US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Camera</a:t>
            </a:r>
          </a:p>
        </p:txBody>
      </p:sp>
      <p:sp>
        <p:nvSpPr>
          <p:cNvPr id="137" name="Rectangle 2"/>
          <p:cNvSpPr>
            <a:spLocks noChangeArrowheads="1"/>
          </p:cNvSpPr>
          <p:nvPr/>
        </p:nvSpPr>
        <p:spPr bwMode="auto">
          <a:xfrm>
            <a:off x="20592000" y="25792648"/>
            <a:ext cx="8475042" cy="1009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l" defTabSz="3900819" rtl="0"/>
            <a:r>
              <a:rPr lang="en-US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43" name="Rectangle 2"/>
          <p:cNvSpPr>
            <a:spLocks noChangeArrowheads="1"/>
          </p:cNvSpPr>
          <p:nvPr/>
        </p:nvSpPr>
        <p:spPr bwMode="auto">
          <a:xfrm>
            <a:off x="20592000" y="35977048"/>
            <a:ext cx="8475042" cy="1009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l" defTabSz="3900819" rtl="0"/>
            <a:r>
              <a:rPr lang="en-US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</a:p>
        </p:txBody>
      </p:sp>
      <p:sp>
        <p:nvSpPr>
          <p:cNvPr id="144" name="Rectangle 4"/>
          <p:cNvSpPr>
            <a:spLocks noChangeArrowheads="1"/>
          </p:cNvSpPr>
          <p:nvPr/>
        </p:nvSpPr>
        <p:spPr bwMode="auto">
          <a:xfrm>
            <a:off x="20556000" y="37186572"/>
            <a:ext cx="8641154" cy="4398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0"/>
          <a:lstStyle/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 source is amazing- </a:t>
            </a:r>
            <a:r>
              <a:rPr lang="en-US" sz="2990" b="0" dirty="0" err="1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cone_slam</a:t>
            </a: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wouldn’t be possible in such a time scale without it</a:t>
            </a: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the race in 2020 more advanced system is needed- several sensors fusion, maybe add lidar based slam as backup</a:t>
            </a:r>
          </a:p>
        </p:txBody>
      </p:sp>
      <p:sp>
        <p:nvSpPr>
          <p:cNvPr id="145" name="Rectangle 2"/>
          <p:cNvSpPr>
            <a:spLocks noChangeArrowheads="1"/>
          </p:cNvSpPr>
          <p:nvPr/>
        </p:nvSpPr>
        <p:spPr bwMode="auto">
          <a:xfrm>
            <a:off x="10764000" y="8682990"/>
            <a:ext cx="6817783" cy="1009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l" defTabSz="3900819" rtl="0"/>
            <a:r>
              <a:rPr lang="en-US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ORB-SLAM</a:t>
            </a:r>
          </a:p>
        </p:txBody>
      </p:sp>
      <p:sp>
        <p:nvSpPr>
          <p:cNvPr id="182" name="Rectangle 4"/>
          <p:cNvSpPr>
            <a:spLocks noChangeArrowheads="1"/>
          </p:cNvSpPr>
          <p:nvPr/>
        </p:nvSpPr>
        <p:spPr bwMode="auto">
          <a:xfrm>
            <a:off x="20556000" y="9935340"/>
            <a:ext cx="8474400" cy="2068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Spatial clustering</a:t>
            </a: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Input- Point cloud</a:t>
            </a: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Output- Clusters</a:t>
            </a:r>
          </a:p>
          <a:p>
            <a:pPr marL="425679" indent="-425679" algn="l" rtl="0">
              <a:spcBef>
                <a:spcPts val="1682"/>
              </a:spcBef>
              <a:buFont typeface="Arial" pitchFamily="34" charset="0"/>
              <a:buChar char="•"/>
            </a:pPr>
            <a:endParaRPr lang="en-US" sz="2990" b="0" dirty="0">
              <a:solidFill>
                <a:srgbClr val="000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1" name="Text Box 8"/>
          <p:cNvSpPr txBox="1">
            <a:spLocks noChangeArrowheads="1"/>
          </p:cNvSpPr>
          <p:nvPr/>
        </p:nvSpPr>
        <p:spPr bwMode="auto">
          <a:xfrm>
            <a:off x="964406" y="3494881"/>
            <a:ext cx="28290682" cy="3279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he-IL"/>
            </a:defPPr>
            <a:lvl1pPr defTabSz="4175125" rtl="0">
              <a:defRPr sz="5500" b="1">
                <a:solidFill>
                  <a:schemeClr val="tx2">
                    <a:lumMod val="75000"/>
                  </a:schemeClr>
                </a:solidFill>
                <a:latin typeface="Century Gothic" pitchFamily="34" charset="0"/>
                <a:cs typeface="Tahoma" pitchFamily="34" charset="0"/>
              </a:defRPr>
            </a:lvl1pPr>
          </a:lstStyle>
          <a:p>
            <a:pPr algn="ctr" defTabSz="3900819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0" kern="0" baseline="30000" dirty="0" err="1">
                <a:solidFill>
                  <a:srgbClr val="1248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cone_slam</a:t>
            </a:r>
            <a:endParaRPr lang="en-US" sz="12000" kern="0" baseline="30000" dirty="0">
              <a:solidFill>
                <a:srgbClr val="12487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3900819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0" dirty="0">
                <a:solidFill>
                  <a:srgbClr val="1248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SLAM for Driverless Formula</a:t>
            </a:r>
          </a:p>
        </p:txBody>
      </p:sp>
      <p:sp>
        <p:nvSpPr>
          <p:cNvPr id="104" name="Rectangle 3"/>
          <p:cNvSpPr>
            <a:spLocks noChangeArrowheads="1"/>
          </p:cNvSpPr>
          <p:nvPr/>
        </p:nvSpPr>
        <p:spPr bwMode="auto">
          <a:xfrm>
            <a:off x="1020124" y="7271882"/>
            <a:ext cx="28290682" cy="794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415" tIns="42708" rIns="85415" bIns="42708" anchor="ctr" anchorCtr="0"/>
          <a:lstStyle/>
          <a:p>
            <a:pPr algn="ctr" rtl="0">
              <a:lnSpc>
                <a:spcPct val="80000"/>
              </a:lnSpc>
              <a:spcBef>
                <a:spcPct val="20000"/>
              </a:spcBef>
            </a:pPr>
            <a:r>
              <a:rPr lang="en-US" sz="6000" dirty="0">
                <a:solidFill>
                  <a:srgbClr val="1248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Tom Norman, Supervised by Vadim </a:t>
            </a:r>
            <a:r>
              <a:rPr lang="en-US" sz="6000" dirty="0" err="1">
                <a:solidFill>
                  <a:srgbClr val="1248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Indelman</a:t>
            </a:r>
            <a:endParaRPr lang="en-US" sz="6000" dirty="0">
              <a:solidFill>
                <a:srgbClr val="12487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3" name="Rectangle 2"/>
          <p:cNvSpPr>
            <a:spLocks noChangeArrowheads="1"/>
          </p:cNvSpPr>
          <p:nvPr/>
        </p:nvSpPr>
        <p:spPr bwMode="auto">
          <a:xfrm>
            <a:off x="20592000" y="17174749"/>
            <a:ext cx="8802025" cy="1009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l" defTabSz="3900819" rtl="0"/>
            <a:r>
              <a:rPr lang="en-US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ROS</a:t>
            </a:r>
          </a:p>
        </p:txBody>
      </p:sp>
      <p:sp>
        <p:nvSpPr>
          <p:cNvPr id="214" name="Rectangle 4"/>
          <p:cNvSpPr>
            <a:spLocks noChangeArrowheads="1"/>
          </p:cNvSpPr>
          <p:nvPr/>
        </p:nvSpPr>
        <p:spPr bwMode="auto">
          <a:xfrm>
            <a:off x="20556000" y="18593574"/>
            <a:ext cx="8861157" cy="3101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25679" lvl="2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Modular system to transfer data between programs</a:t>
            </a:r>
          </a:p>
          <a:p>
            <a:pPr marL="425679" lvl="2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 sophisticated visualization tools (good for debugging)</a:t>
            </a:r>
          </a:p>
          <a:p>
            <a:pPr marL="425679" lvl="2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 source</a:t>
            </a:r>
          </a:p>
        </p:txBody>
      </p:sp>
      <p:sp>
        <p:nvSpPr>
          <p:cNvPr id="253" name="Rectangle 4"/>
          <p:cNvSpPr>
            <a:spLocks noChangeArrowheads="1"/>
          </p:cNvSpPr>
          <p:nvPr/>
        </p:nvSpPr>
        <p:spPr bwMode="auto">
          <a:xfrm>
            <a:off x="10764000" y="22441048"/>
            <a:ext cx="8781546" cy="1009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l" defTabSz="3900819" rtl="0"/>
            <a:r>
              <a:rPr lang="en-US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YOLO</a:t>
            </a:r>
          </a:p>
        </p:txBody>
      </p:sp>
      <p:sp>
        <p:nvSpPr>
          <p:cNvPr id="367" name="Rectangle 4"/>
          <p:cNvSpPr>
            <a:spLocks noChangeArrowheads="1"/>
          </p:cNvSpPr>
          <p:nvPr/>
        </p:nvSpPr>
        <p:spPr bwMode="auto">
          <a:xfrm>
            <a:off x="10728000" y="9906971"/>
            <a:ext cx="8820000" cy="4133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 SLAM</a:t>
            </a: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Input- Image</a:t>
            </a: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Output- Location</a:t>
            </a: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 source and well established</a:t>
            </a: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Works with monocular and stereo</a:t>
            </a: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Works well on big scenarios</a:t>
            </a:r>
          </a:p>
        </p:txBody>
      </p:sp>
      <p:sp>
        <p:nvSpPr>
          <p:cNvPr id="387" name="Rectangle 4"/>
          <p:cNvSpPr>
            <a:spLocks noChangeArrowheads="1"/>
          </p:cNvSpPr>
          <p:nvPr/>
        </p:nvSpPr>
        <p:spPr bwMode="auto">
          <a:xfrm>
            <a:off x="857123" y="37960589"/>
            <a:ext cx="8820000" cy="256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0"/>
          <a:lstStyle/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ZED Mini</a:t>
            </a:r>
          </a:p>
          <a:p>
            <a:pPr marL="867563" lvl="1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Stereo and Monocular options</a:t>
            </a:r>
          </a:p>
          <a:p>
            <a:pPr marL="867563" lvl="1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 ROS wrapper</a:t>
            </a:r>
          </a:p>
          <a:p>
            <a:pPr marL="867563" lvl="1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Cheap</a:t>
            </a:r>
          </a:p>
        </p:txBody>
      </p:sp>
      <p:sp>
        <p:nvSpPr>
          <p:cNvPr id="235" name="Rectangle 4"/>
          <p:cNvSpPr>
            <a:spLocks noChangeArrowheads="1"/>
          </p:cNvSpPr>
          <p:nvPr/>
        </p:nvSpPr>
        <p:spPr bwMode="auto">
          <a:xfrm>
            <a:off x="21283868" y="15985862"/>
            <a:ext cx="7018664" cy="779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rtl="0">
              <a:spcBef>
                <a:spcPts val="1682"/>
              </a:spcBef>
            </a:pPr>
            <a:r>
              <a:rPr lang="en-US" sz="2200" b="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DBSCAN output on real scenario</a:t>
            </a:r>
          </a:p>
        </p:txBody>
      </p:sp>
      <p:sp>
        <p:nvSpPr>
          <p:cNvPr id="165" name="Rectangle 4"/>
          <p:cNvSpPr>
            <a:spLocks noChangeArrowheads="1"/>
          </p:cNvSpPr>
          <p:nvPr/>
        </p:nvSpPr>
        <p:spPr bwMode="auto">
          <a:xfrm>
            <a:off x="20556000" y="27051972"/>
            <a:ext cx="8474400" cy="1831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demo was a success- the car tracked the cones and planned a route between them</a:t>
            </a: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Stereo capabilities were added</a:t>
            </a: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endParaRPr lang="en-US" sz="2990" b="0" dirty="0">
              <a:solidFill>
                <a:srgbClr val="000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rtl="0">
              <a:spcBef>
                <a:spcPts val="1682"/>
              </a:spcBef>
            </a:pPr>
            <a:endParaRPr lang="en-US" sz="2990" b="0" dirty="0">
              <a:solidFill>
                <a:srgbClr val="000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rtl="0">
              <a:spcBef>
                <a:spcPts val="1682"/>
              </a:spcBef>
            </a:pPr>
            <a:endParaRPr lang="en-US" sz="2990" b="0" dirty="0">
              <a:solidFill>
                <a:srgbClr val="000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3" name="Picture 13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63363" y="675481"/>
            <a:ext cx="4076043" cy="1646233"/>
          </a:xfrm>
          <a:prstGeom prst="rect">
            <a:avLst/>
          </a:prstGeom>
          <a:noFill/>
        </p:spPr>
      </p:pic>
      <p:cxnSp>
        <p:nvCxnSpPr>
          <p:cNvPr id="8" name="Straight Connector 7"/>
          <p:cNvCxnSpPr/>
          <p:nvPr/>
        </p:nvCxnSpPr>
        <p:spPr bwMode="auto">
          <a:xfrm>
            <a:off x="0" y="3266281"/>
            <a:ext cx="30275213" cy="0"/>
          </a:xfrm>
          <a:prstGeom prst="line">
            <a:avLst/>
          </a:prstGeom>
          <a:solidFill>
            <a:srgbClr val="000066"/>
          </a:solidFill>
          <a:ln w="88900" cap="flat" cmpd="sng" algn="ctr">
            <a:solidFill>
              <a:srgbClr val="12487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9" name="Rectangle 4"/>
          <p:cNvSpPr>
            <a:spLocks noChangeArrowheads="1"/>
          </p:cNvSpPr>
          <p:nvPr/>
        </p:nvSpPr>
        <p:spPr bwMode="auto">
          <a:xfrm>
            <a:off x="26411542" y="41975881"/>
            <a:ext cx="3280263" cy="6150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0"/>
          <a:lstStyle/>
          <a:p>
            <a:pPr algn="l" rtl="0">
              <a:spcBef>
                <a:spcPts val="1682"/>
              </a:spcBef>
              <a:buSzPct val="125000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September 2019</a:t>
            </a:r>
          </a:p>
        </p:txBody>
      </p:sp>
      <p:sp>
        <p:nvSpPr>
          <p:cNvPr id="132" name="Rounded Rectangle 18"/>
          <p:cNvSpPr/>
          <p:nvPr/>
        </p:nvSpPr>
        <p:spPr>
          <a:xfrm>
            <a:off x="629999" y="8623033"/>
            <a:ext cx="9360000" cy="21788104"/>
          </a:xfrm>
          <a:prstGeom prst="roundRect">
            <a:avLst>
              <a:gd name="adj" fmla="val 3718"/>
            </a:avLst>
          </a:prstGeom>
          <a:noFill/>
          <a:ln w="76200" cap="flat" cmpd="sng" algn="ctr">
            <a:solidFill>
              <a:srgbClr val="124872"/>
            </a:solidFill>
            <a:prstDash val="solid"/>
          </a:ln>
          <a:effectLst/>
        </p:spPr>
        <p:txBody>
          <a:bodyPr rtlCol="1" anchor="ctr"/>
          <a:lstStyle/>
          <a:p>
            <a:pPr algn="ctr" defTabSz="854324" fontAlgn="auto">
              <a:spcBef>
                <a:spcPts val="0"/>
              </a:spcBef>
              <a:spcAft>
                <a:spcPts val="0"/>
              </a:spcAft>
              <a:defRPr/>
            </a:pPr>
            <a:endParaRPr lang="he-IL" sz="7661" b="0" kern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0" name="Rounded Rectangle 171"/>
          <p:cNvSpPr/>
          <p:nvPr/>
        </p:nvSpPr>
        <p:spPr>
          <a:xfrm>
            <a:off x="10458000" y="8623033"/>
            <a:ext cx="9360000" cy="13290095"/>
          </a:xfrm>
          <a:prstGeom prst="roundRect">
            <a:avLst>
              <a:gd name="adj" fmla="val 2631"/>
            </a:avLst>
          </a:prstGeom>
          <a:noFill/>
          <a:ln w="76200" cap="flat" cmpd="sng" algn="ctr">
            <a:solidFill>
              <a:srgbClr val="124872"/>
            </a:solidFill>
            <a:prstDash val="solid"/>
          </a:ln>
          <a:effectLst/>
        </p:spPr>
        <p:txBody>
          <a:bodyPr rtlCol="1" anchor="ctr"/>
          <a:lstStyle/>
          <a:p>
            <a:pPr algn="ctr" defTabSz="854324" fontAlgn="auto">
              <a:spcBef>
                <a:spcPts val="0"/>
              </a:spcBef>
              <a:spcAft>
                <a:spcPts val="0"/>
              </a:spcAft>
              <a:defRPr/>
            </a:pPr>
            <a:endParaRPr lang="he-IL" sz="7661" b="0" kern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Rounded Rectangle 145"/>
          <p:cNvSpPr/>
          <p:nvPr/>
        </p:nvSpPr>
        <p:spPr>
          <a:xfrm>
            <a:off x="629999" y="30877090"/>
            <a:ext cx="9360000" cy="10906411"/>
          </a:xfrm>
          <a:prstGeom prst="roundRect">
            <a:avLst>
              <a:gd name="adj" fmla="val 3718"/>
            </a:avLst>
          </a:prstGeom>
          <a:noFill/>
          <a:ln w="76200" cap="flat" cmpd="sng" algn="ctr">
            <a:solidFill>
              <a:srgbClr val="124872"/>
            </a:solidFill>
            <a:prstDash val="solid"/>
          </a:ln>
          <a:effectLst/>
        </p:spPr>
        <p:txBody>
          <a:bodyPr rtlCol="1" anchor="ctr"/>
          <a:lstStyle/>
          <a:p>
            <a:pPr algn="ctr" defTabSz="854324" fontAlgn="auto">
              <a:spcBef>
                <a:spcPts val="0"/>
              </a:spcBef>
              <a:spcAft>
                <a:spcPts val="0"/>
              </a:spcAft>
              <a:defRPr/>
            </a:pPr>
            <a:endParaRPr lang="he-IL" sz="7661" b="0" kern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9" name="Rounded Rectangle 193"/>
          <p:cNvSpPr/>
          <p:nvPr/>
        </p:nvSpPr>
        <p:spPr>
          <a:xfrm>
            <a:off x="20285999" y="35917091"/>
            <a:ext cx="9360000" cy="5866410"/>
          </a:xfrm>
          <a:prstGeom prst="roundRect">
            <a:avLst>
              <a:gd name="adj" fmla="val 5128"/>
            </a:avLst>
          </a:prstGeom>
          <a:noFill/>
          <a:ln w="76200" cap="flat" cmpd="sng" algn="ctr">
            <a:solidFill>
              <a:srgbClr val="124872"/>
            </a:solidFill>
            <a:prstDash val="solid"/>
          </a:ln>
          <a:effectLst/>
        </p:spPr>
        <p:txBody>
          <a:bodyPr rtlCol="1" anchor="ctr"/>
          <a:lstStyle/>
          <a:p>
            <a:pPr algn="ctr" defTabSz="854324" fontAlgn="auto">
              <a:spcBef>
                <a:spcPts val="0"/>
              </a:spcBef>
              <a:spcAft>
                <a:spcPts val="0"/>
              </a:spcAft>
              <a:defRPr/>
            </a:pPr>
            <a:endParaRPr lang="he-IL" sz="7661" b="0" kern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0" name="Rounded Rectangle 199"/>
          <p:cNvSpPr/>
          <p:nvPr/>
        </p:nvSpPr>
        <p:spPr>
          <a:xfrm>
            <a:off x="20285999" y="8623033"/>
            <a:ext cx="9360000" cy="8023760"/>
          </a:xfrm>
          <a:prstGeom prst="roundRect">
            <a:avLst>
              <a:gd name="adj" fmla="val 2631"/>
            </a:avLst>
          </a:prstGeom>
          <a:noFill/>
          <a:ln w="76200" cap="flat" cmpd="sng" algn="ctr">
            <a:solidFill>
              <a:srgbClr val="124872"/>
            </a:solidFill>
            <a:prstDash val="solid"/>
          </a:ln>
          <a:effectLst/>
        </p:spPr>
        <p:txBody>
          <a:bodyPr rtlCol="1" anchor="ctr"/>
          <a:lstStyle/>
          <a:p>
            <a:pPr algn="ctr" defTabSz="854324" fontAlgn="auto">
              <a:spcBef>
                <a:spcPts val="0"/>
              </a:spcBef>
              <a:spcAft>
                <a:spcPts val="0"/>
              </a:spcAft>
              <a:defRPr/>
            </a:pPr>
            <a:endParaRPr lang="he-IL" sz="7661" b="0" kern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1" name="Rounded Rectangle 199"/>
          <p:cNvSpPr/>
          <p:nvPr/>
        </p:nvSpPr>
        <p:spPr>
          <a:xfrm>
            <a:off x="20285441" y="17114792"/>
            <a:ext cx="9360000" cy="8150743"/>
          </a:xfrm>
          <a:prstGeom prst="roundRect">
            <a:avLst>
              <a:gd name="adj" fmla="val 2631"/>
            </a:avLst>
          </a:prstGeom>
          <a:noFill/>
          <a:ln w="76200" cap="flat" cmpd="sng" algn="ctr">
            <a:solidFill>
              <a:srgbClr val="124872"/>
            </a:solidFill>
            <a:prstDash val="solid"/>
          </a:ln>
          <a:effectLst/>
        </p:spPr>
        <p:txBody>
          <a:bodyPr rtlCol="1" anchor="ctr"/>
          <a:lstStyle/>
          <a:p>
            <a:pPr algn="ctr" defTabSz="854324" fontAlgn="auto">
              <a:spcBef>
                <a:spcPts val="0"/>
              </a:spcBef>
              <a:spcAft>
                <a:spcPts val="0"/>
              </a:spcAft>
              <a:defRPr/>
            </a:pPr>
            <a:endParaRPr lang="he-IL" sz="7661" b="0" kern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" name="Rounded Rectangle 172"/>
          <p:cNvSpPr/>
          <p:nvPr/>
        </p:nvSpPr>
        <p:spPr>
          <a:xfrm>
            <a:off x="10458000" y="22381091"/>
            <a:ext cx="9360000" cy="8872648"/>
          </a:xfrm>
          <a:prstGeom prst="roundRect">
            <a:avLst>
              <a:gd name="adj" fmla="val 2058"/>
            </a:avLst>
          </a:prstGeom>
          <a:noFill/>
          <a:ln w="76200" cap="flat" cmpd="sng" algn="ctr">
            <a:solidFill>
              <a:srgbClr val="124872"/>
            </a:solidFill>
            <a:prstDash val="solid"/>
          </a:ln>
          <a:effectLst/>
        </p:spPr>
        <p:txBody>
          <a:bodyPr rtlCol="1" anchor="ctr"/>
          <a:lstStyle/>
          <a:p>
            <a:pPr algn="ctr" defTabSz="854324" fontAlgn="auto">
              <a:spcBef>
                <a:spcPts val="0"/>
              </a:spcBef>
              <a:spcAft>
                <a:spcPts val="0"/>
              </a:spcAft>
              <a:defRPr/>
            </a:pPr>
            <a:endParaRPr lang="he-IL" sz="7661" b="0" kern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4" name="Rounded Rectangle 199"/>
          <p:cNvSpPr/>
          <p:nvPr/>
        </p:nvSpPr>
        <p:spPr>
          <a:xfrm>
            <a:off x="20286000" y="25732691"/>
            <a:ext cx="9360000" cy="9716400"/>
          </a:xfrm>
          <a:prstGeom prst="roundRect">
            <a:avLst>
              <a:gd name="adj" fmla="val 2631"/>
            </a:avLst>
          </a:prstGeom>
          <a:noFill/>
          <a:ln w="76200" cap="flat" cmpd="sng" algn="ctr">
            <a:solidFill>
              <a:srgbClr val="124872"/>
            </a:solidFill>
            <a:prstDash val="solid"/>
          </a:ln>
          <a:effectLst/>
        </p:spPr>
        <p:txBody>
          <a:bodyPr rtlCol="1" anchor="ctr"/>
          <a:lstStyle/>
          <a:p>
            <a:pPr algn="ctr" defTabSz="854324" fontAlgn="auto">
              <a:spcBef>
                <a:spcPts val="0"/>
              </a:spcBef>
              <a:spcAft>
                <a:spcPts val="0"/>
              </a:spcAft>
              <a:defRPr/>
            </a:pPr>
            <a:endParaRPr lang="he-IL" sz="7661" b="0" kern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E55B8FF5-8C18-4736-BA9C-E834CBC8147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207" y="687463"/>
            <a:ext cx="6764054" cy="1946058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AE8E910E-0E16-4DE4-A829-4A92CC20EBD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0844" y="694947"/>
            <a:ext cx="9797144" cy="2048284"/>
          </a:xfrm>
          <a:prstGeom prst="rect">
            <a:avLst/>
          </a:prstGeom>
        </p:spPr>
      </p:pic>
      <p:pic>
        <p:nvPicPr>
          <p:cNvPr id="147" name="Picture 146">
            <a:extLst>
              <a:ext uri="{FF2B5EF4-FFF2-40B4-BE49-F238E27FC236}">
                <a16:creationId xmlns:a16="http://schemas.microsoft.com/office/drawing/2014/main" id="{1F73CFA0-442A-44ED-9DCE-80576C897051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4302" r="1" b="1"/>
          <a:stretch/>
        </p:blipFill>
        <p:spPr>
          <a:xfrm>
            <a:off x="11343042" y="27190861"/>
            <a:ext cx="7533410" cy="3474047"/>
          </a:xfrm>
          <a:custGeom>
            <a:avLst/>
            <a:gdLst>
              <a:gd name="connsiteX0" fmla="*/ 12201168 w 12201168"/>
              <a:gd name="connsiteY0" fmla="*/ 0 h 4093262"/>
              <a:gd name="connsiteX1" fmla="*/ 12201168 w 12201168"/>
              <a:gd name="connsiteY1" fmla="*/ 4093262 h 4093262"/>
              <a:gd name="connsiteX2" fmla="*/ 0 w 12201168"/>
              <a:gd name="connsiteY2" fmla="*/ 4093262 h 4093262"/>
              <a:gd name="connsiteX3" fmla="*/ 0 w 12201168"/>
              <a:gd name="connsiteY3" fmla="*/ 49771 h 4093262"/>
              <a:gd name="connsiteX4" fmla="*/ 344880 w 12201168"/>
              <a:gd name="connsiteY4" fmla="*/ 64399 h 4093262"/>
              <a:gd name="connsiteX5" fmla="*/ 9469555 w 12201168"/>
              <a:gd name="connsiteY5" fmla="*/ 167599 h 4093262"/>
              <a:gd name="connsiteX6" fmla="*/ 11750723 w 12201168"/>
              <a:gd name="connsiteY6" fmla="*/ 7961 h 4093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201168" h="4093262">
                <a:moveTo>
                  <a:pt x="12201168" y="0"/>
                </a:moveTo>
                <a:lnTo>
                  <a:pt x="12201168" y="4093262"/>
                </a:lnTo>
                <a:lnTo>
                  <a:pt x="0" y="4093262"/>
                </a:lnTo>
                <a:lnTo>
                  <a:pt x="0" y="49771"/>
                </a:lnTo>
                <a:lnTo>
                  <a:pt x="344880" y="64399"/>
                </a:lnTo>
                <a:cubicBezTo>
                  <a:pt x="3386438" y="213466"/>
                  <a:pt x="6427997" y="534535"/>
                  <a:pt x="9469555" y="167599"/>
                </a:cubicBezTo>
                <a:cubicBezTo>
                  <a:pt x="10229945" y="75865"/>
                  <a:pt x="10990334" y="27132"/>
                  <a:pt x="11750723" y="7961"/>
                </a:cubicBezTo>
                <a:close/>
              </a:path>
            </a:pathLst>
          </a:custGeom>
        </p:spPr>
      </p:pic>
      <p:sp>
        <p:nvSpPr>
          <p:cNvPr id="148" name="Rounded Rectangle 18">
            <a:extLst>
              <a:ext uri="{FF2B5EF4-FFF2-40B4-BE49-F238E27FC236}">
                <a16:creationId xmlns:a16="http://schemas.microsoft.com/office/drawing/2014/main" id="{C0DC381E-8EB9-4A1B-B15F-6595CB2C740A}"/>
              </a:ext>
            </a:extLst>
          </p:cNvPr>
          <p:cNvSpPr/>
          <p:nvPr/>
        </p:nvSpPr>
        <p:spPr>
          <a:xfrm>
            <a:off x="10458000" y="31767829"/>
            <a:ext cx="9360000" cy="1128962"/>
          </a:xfrm>
          <a:prstGeom prst="roundRect">
            <a:avLst>
              <a:gd name="adj" fmla="val 3718"/>
            </a:avLst>
          </a:prstGeom>
          <a:solidFill>
            <a:srgbClr val="124872"/>
          </a:solidFill>
          <a:ln w="76200" cap="flat" cmpd="sng" algn="ctr">
            <a:solidFill>
              <a:srgbClr val="124872"/>
            </a:solidFill>
            <a:prstDash val="solid"/>
          </a:ln>
          <a:effectLst/>
        </p:spPr>
        <p:txBody>
          <a:bodyPr rtlCol="1" anchor="ctr"/>
          <a:lstStyle/>
          <a:p>
            <a:pPr algn="ctr" defTabSz="854324" fontAlgn="auto">
              <a:spcBef>
                <a:spcPts val="0"/>
              </a:spcBef>
              <a:spcAft>
                <a:spcPts val="0"/>
              </a:spcAft>
              <a:defRPr/>
            </a:pPr>
            <a:endParaRPr lang="he-IL" sz="7661" b="0" kern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2" name="Rounded Rectangle 193">
            <a:extLst>
              <a:ext uri="{FF2B5EF4-FFF2-40B4-BE49-F238E27FC236}">
                <a16:creationId xmlns:a16="http://schemas.microsoft.com/office/drawing/2014/main" id="{385CCDDB-36B6-4A48-9C12-B856E9DBCDE5}"/>
              </a:ext>
            </a:extLst>
          </p:cNvPr>
          <p:cNvSpPr/>
          <p:nvPr/>
        </p:nvSpPr>
        <p:spPr>
          <a:xfrm>
            <a:off x="10458000" y="31767828"/>
            <a:ext cx="9360000" cy="10041120"/>
          </a:xfrm>
          <a:prstGeom prst="roundRect">
            <a:avLst>
              <a:gd name="adj" fmla="val 5128"/>
            </a:avLst>
          </a:prstGeom>
          <a:noFill/>
          <a:ln w="76200" cap="flat" cmpd="sng" algn="ctr">
            <a:solidFill>
              <a:srgbClr val="124872"/>
            </a:solidFill>
            <a:prstDash val="solid"/>
          </a:ln>
          <a:effectLst/>
        </p:spPr>
        <p:txBody>
          <a:bodyPr rtlCol="1" anchor="ctr"/>
          <a:lstStyle/>
          <a:p>
            <a:pPr algn="ctr" defTabSz="854324" fontAlgn="auto">
              <a:spcBef>
                <a:spcPts val="0"/>
              </a:spcBef>
              <a:spcAft>
                <a:spcPts val="0"/>
              </a:spcAft>
              <a:defRPr/>
            </a:pPr>
            <a:endParaRPr lang="he-IL" sz="7661" b="0" kern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3" name="Rectangle 2">
            <a:extLst>
              <a:ext uri="{FF2B5EF4-FFF2-40B4-BE49-F238E27FC236}">
                <a16:creationId xmlns:a16="http://schemas.microsoft.com/office/drawing/2014/main" id="{9ABDC0B4-C415-4A62-A2D5-08BBAF49B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3343" y="31911595"/>
            <a:ext cx="8755594" cy="1009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l" defTabSz="3900819" rtl="0"/>
            <a:r>
              <a:rPr lang="en-US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Implementation</a:t>
            </a:r>
          </a:p>
        </p:txBody>
      </p:sp>
      <p:sp>
        <p:nvSpPr>
          <p:cNvPr id="174" name="Rectangle 4">
            <a:extLst>
              <a:ext uri="{FF2B5EF4-FFF2-40B4-BE49-F238E27FC236}">
                <a16:creationId xmlns:a16="http://schemas.microsoft.com/office/drawing/2014/main" id="{FD260B7C-E5D3-43EE-B313-49B5BC2191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8006" y="33136680"/>
            <a:ext cx="8641154" cy="844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0"/>
          <a:lstStyle/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Mapping and Localization:</a:t>
            </a:r>
          </a:p>
          <a:p>
            <a:pPr marL="867563" lvl="1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creating frame in ORB-SLAM:</a:t>
            </a:r>
          </a:p>
          <a:p>
            <a:pPr marL="1309447" lvl="2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 bounding boxes and corresponding classes (blue or yellow cone) from YOLO</a:t>
            </a:r>
          </a:p>
          <a:p>
            <a:pPr marL="1309447" lvl="2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Classify all ORB features in bounding box as corresponding class</a:t>
            </a:r>
          </a:p>
          <a:p>
            <a:pPr marL="867563" lvl="1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creating map point in ORB-SLAM:</a:t>
            </a:r>
          </a:p>
          <a:p>
            <a:pPr marL="1309447" lvl="2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made of blue or yellow ORB feature- classify as such</a:t>
            </a:r>
          </a:p>
          <a:p>
            <a:pPr marL="867563" lvl="1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Send the point cloud created for clustering</a:t>
            </a: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Clustering:</a:t>
            </a:r>
          </a:p>
          <a:p>
            <a:pPr marL="867563" lvl="1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 DBSCAN on received point cloud to get a map of cones</a:t>
            </a:r>
          </a:p>
          <a:p>
            <a:pPr marL="867563" lvl="1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Send given map forward for route planning</a:t>
            </a: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endParaRPr lang="en-US" sz="2990" b="0" dirty="0">
              <a:solidFill>
                <a:srgbClr val="000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5" name="Rectangle 4">
            <a:extLst>
              <a:ext uri="{FF2B5EF4-FFF2-40B4-BE49-F238E27FC236}">
                <a16:creationId xmlns:a16="http://schemas.microsoft.com/office/drawing/2014/main" id="{9C8FBBDE-787D-4B61-A6F0-31A24B146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95127" y="20497720"/>
            <a:ext cx="9119291" cy="779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rtl="0">
              <a:spcBef>
                <a:spcPts val="1682"/>
              </a:spcBef>
            </a:pPr>
            <a:r>
              <a:rPr lang="en-US" sz="2200" b="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ORB-SLAM output on real scenario</a:t>
            </a:r>
          </a:p>
        </p:txBody>
      </p:sp>
      <p:sp>
        <p:nvSpPr>
          <p:cNvPr id="176" name="Rectangle 4">
            <a:extLst>
              <a:ext uri="{FF2B5EF4-FFF2-40B4-BE49-F238E27FC236}">
                <a16:creationId xmlns:a16="http://schemas.microsoft.com/office/drawing/2014/main" id="{246C7C2D-6A85-4F06-AF44-3EE5AEF063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59999" y="30757371"/>
            <a:ext cx="9119291" cy="779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rtl="0">
              <a:spcBef>
                <a:spcPts val="1682"/>
              </a:spcBef>
            </a:pPr>
            <a:r>
              <a:rPr lang="en-US" sz="2200" b="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YOLO output</a:t>
            </a:r>
          </a:p>
        </p:txBody>
      </p:sp>
      <p:sp>
        <p:nvSpPr>
          <p:cNvPr id="177" name="Rectangle 4">
            <a:extLst>
              <a:ext uri="{FF2B5EF4-FFF2-40B4-BE49-F238E27FC236}">
                <a16:creationId xmlns:a16="http://schemas.microsoft.com/office/drawing/2014/main" id="{CFE65337-CAE4-43CB-9609-DB651A5A5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9747" y="23687881"/>
            <a:ext cx="8820000" cy="329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 time classification CNN</a:t>
            </a: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Input- Image</a:t>
            </a: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Output- bounding boxes and classes</a:t>
            </a: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 data- 1300 hand labeled images of cones</a:t>
            </a:r>
          </a:p>
        </p:txBody>
      </p:sp>
      <p:pic>
        <p:nvPicPr>
          <p:cNvPr id="178" name="Picture 177">
            <a:extLst>
              <a:ext uri="{FF2B5EF4-FFF2-40B4-BE49-F238E27FC236}">
                <a16:creationId xmlns:a16="http://schemas.microsoft.com/office/drawing/2014/main" id="{743445EB-CA0F-448B-BE3E-826CEC994E6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725227" y="11954450"/>
            <a:ext cx="5861863" cy="3377366"/>
          </a:xfrm>
          <a:prstGeom prst="rect">
            <a:avLst/>
          </a:prstGeom>
        </p:spPr>
      </p:pic>
      <p:sp>
        <p:nvSpPr>
          <p:cNvPr id="180" name="Rectangle 4">
            <a:extLst>
              <a:ext uri="{FF2B5EF4-FFF2-40B4-BE49-F238E27FC236}">
                <a16:creationId xmlns:a16="http://schemas.microsoft.com/office/drawing/2014/main" id="{B50641A3-A467-45E8-930F-6F4B07BA0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6268" y="24508971"/>
            <a:ext cx="7018664" cy="779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rtl="0">
              <a:spcBef>
                <a:spcPts val="1682"/>
              </a:spcBef>
            </a:pPr>
            <a:r>
              <a:rPr lang="en-US" sz="2200" b="0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cone_slam</a:t>
            </a:r>
            <a:r>
              <a:rPr lang="en-US" sz="2200" b="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nodes and topics</a:t>
            </a:r>
          </a:p>
        </p:txBody>
      </p:sp>
      <p:pic>
        <p:nvPicPr>
          <p:cNvPr id="184" name="Content Placeholder 7">
            <a:extLst>
              <a:ext uri="{FF2B5EF4-FFF2-40B4-BE49-F238E27FC236}">
                <a16:creationId xmlns:a16="http://schemas.microsoft.com/office/drawing/2014/main" id="{41A6BBA4-0E5A-42A0-ACFD-6D467AE1B217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/>
          <a:stretch/>
        </p:blipFill>
        <p:spPr>
          <a:xfrm>
            <a:off x="20839914" y="29351737"/>
            <a:ext cx="8272885" cy="4653499"/>
          </a:xfrm>
          <a:prstGeom prst="rect">
            <a:avLst/>
          </a:prstGeom>
        </p:spPr>
      </p:pic>
      <p:sp>
        <p:nvSpPr>
          <p:cNvPr id="185" name="Rectangle 4">
            <a:extLst>
              <a:ext uri="{FF2B5EF4-FFF2-40B4-BE49-F238E27FC236}">
                <a16:creationId xmlns:a16="http://schemas.microsoft.com/office/drawing/2014/main" id="{BE7C08E0-6CFB-4C61-9106-1EABE0145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34898" y="34113323"/>
            <a:ext cx="9119291" cy="779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rtl="0">
              <a:spcBef>
                <a:spcPts val="1682"/>
              </a:spcBef>
            </a:pPr>
            <a:r>
              <a:rPr lang="en-US" sz="2200" b="0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cone_slam</a:t>
            </a:r>
            <a:r>
              <a:rPr lang="en-US" sz="2200" b="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action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0ED310-EB00-42B1-AA35-0E88BA956A8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6830" y="14810584"/>
            <a:ext cx="7407282" cy="57231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66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1042988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600" b="1" i="0" u="none" strike="noStrike" cap="none" normalizeH="0" baseline="0" smtClean="0">
            <a:ln>
              <a:noFill/>
            </a:ln>
            <a:solidFill>
              <a:srgbClr val="003399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66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1042988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600" b="1" i="0" u="none" strike="noStrike" cap="none" normalizeH="0" baseline="0" smtClean="0">
            <a:ln>
              <a:noFill/>
            </a:ln>
            <a:solidFill>
              <a:srgbClr val="003399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Office\Templates\Blank Presentation.pot</Template>
  <TotalTime>0</TotalTime>
  <Words>340</Words>
  <Application>Microsoft Office PowerPoint</Application>
  <PresentationFormat>Custom</PresentationFormat>
  <Paragraphs>67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Blank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2016-09-01T09:00:45Z</dcterms:created>
  <dcterms:modified xsi:type="dcterms:W3CDTF">2019-09-18T15:44:49Z</dcterms:modified>
</cp:coreProperties>
</file>